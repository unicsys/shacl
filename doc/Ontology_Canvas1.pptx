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</p:sldMasterIdLst>
  <p:notesMasterIdLst>
    <p:notesMasterId r:id="rId15"/>
  </p:notesMasterIdLst>
  <p:sldIdLst>
    <p:sldId id="263" r:id="rId3"/>
    <p:sldId id="265" r:id="rId4"/>
    <p:sldId id="264" r:id="rId5"/>
    <p:sldId id="266" r:id="rId6"/>
    <p:sldId id="267" r:id="rId7"/>
    <p:sldId id="256" r:id="rId8"/>
    <p:sldId id="268" r:id="rId9"/>
    <p:sldId id="259" r:id="rId10"/>
    <p:sldId id="260" r:id="rId11"/>
    <p:sldId id="261" r:id="rId12"/>
    <p:sldId id="258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18" autoAdjust="0"/>
    <p:restoredTop sz="87651" autoAdjust="0"/>
  </p:normalViewPr>
  <p:slideViewPr>
    <p:cSldViewPr snapToGrid="0">
      <p:cViewPr varScale="1">
        <p:scale>
          <a:sx n="107" d="100"/>
          <a:sy n="107" d="100"/>
        </p:scale>
        <p:origin x="188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2CD85D-77C6-4ADC-98CF-14ED588521A6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68D427-8559-4B1F-B4FB-39D06CBEA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438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68D427-8559-4B1F-B4FB-39D06CBEA7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9605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68D427-8559-4B1F-B4FB-39D06CBEA7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0599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68D427-8559-4B1F-B4FB-39D06CBEA7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814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68D427-8559-4B1F-B4FB-39D06CBEA7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9075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68D427-8559-4B1F-B4FB-39D06CBEA7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797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7772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40252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9767078E-7F54-B0CA-C099-8F3F765A5CA6}"/>
              </a:ext>
            </a:extLst>
          </p:cNvPr>
          <p:cNvSpPr txBox="1">
            <a:spLocks/>
          </p:cNvSpPr>
          <p:nvPr userDrawn="1"/>
        </p:nvSpPr>
        <p:spPr>
          <a:xfrm>
            <a:off x="72851" y="252064"/>
            <a:ext cx="7854159" cy="22855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/>
              <a:t>Things That Exist</a:t>
            </a:r>
            <a:endParaRPr lang="en-US" sz="1200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18199A8-FDD1-B939-C35B-43B700D41178}"/>
              </a:ext>
            </a:extLst>
          </p:cNvPr>
          <p:cNvSpPr txBox="1">
            <a:spLocks/>
          </p:cNvSpPr>
          <p:nvPr userDrawn="1"/>
        </p:nvSpPr>
        <p:spPr>
          <a:xfrm>
            <a:off x="7994688" y="249991"/>
            <a:ext cx="4124435" cy="22855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/>
              <a:t>Things That Happen</a:t>
            </a:r>
            <a:endParaRPr lang="en-US" sz="1200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F41B6E6-EA74-B8BD-81C7-6F88B67CE922}"/>
              </a:ext>
            </a:extLst>
          </p:cNvPr>
          <p:cNvSpPr txBox="1">
            <a:spLocks/>
          </p:cNvSpPr>
          <p:nvPr userDrawn="1"/>
        </p:nvSpPr>
        <p:spPr>
          <a:xfrm>
            <a:off x="4255741" y="555640"/>
            <a:ext cx="3671351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Information Things</a:t>
            </a:r>
            <a:br>
              <a:rPr lang="en-US" sz="4800" b="1" dirty="0"/>
            </a:br>
            <a:r>
              <a:rPr lang="en-US" sz="4000" dirty="0"/>
              <a:t>(Data that describes, prescribes, designates things)</a:t>
            </a:r>
            <a:endParaRPr lang="en-US" sz="1050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0475E3D-A2F7-D47F-14E9-6E0955013BA2}"/>
              </a:ext>
            </a:extLst>
          </p:cNvPr>
          <p:cNvSpPr txBox="1">
            <a:spLocks/>
          </p:cNvSpPr>
          <p:nvPr userDrawn="1"/>
        </p:nvSpPr>
        <p:spPr>
          <a:xfrm>
            <a:off x="1815050" y="555640"/>
            <a:ext cx="2373085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Qualities, Functions, Roles</a:t>
            </a:r>
            <a:br>
              <a:rPr lang="en-US" b="1" dirty="0"/>
            </a:br>
            <a:r>
              <a:rPr lang="en-US" sz="4000" dirty="0"/>
              <a:t>(Entities tied to things)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D3D35D08-40FA-CAD1-B237-F68E41DA9434}"/>
              </a:ext>
            </a:extLst>
          </p:cNvPr>
          <p:cNvSpPr txBox="1">
            <a:spLocks/>
          </p:cNvSpPr>
          <p:nvPr userDrawn="1"/>
        </p:nvSpPr>
        <p:spPr>
          <a:xfrm>
            <a:off x="72851" y="555640"/>
            <a:ext cx="1674594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Material Things </a:t>
            </a:r>
            <a:br>
              <a:rPr lang="en-US" sz="4800" b="1" dirty="0"/>
            </a:br>
            <a:r>
              <a:rPr lang="en-US" sz="4000" dirty="0"/>
              <a:t>(e.g., aircraft engine)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A0BA4242-8F1F-EDF1-F9D5-0ACB34179287}"/>
              </a:ext>
            </a:extLst>
          </p:cNvPr>
          <p:cNvSpPr txBox="1">
            <a:spLocks/>
          </p:cNvSpPr>
          <p:nvPr userDrawn="1"/>
        </p:nvSpPr>
        <p:spPr>
          <a:xfrm>
            <a:off x="7994698" y="555640"/>
            <a:ext cx="2375997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Processes</a:t>
            </a:r>
            <a:br>
              <a:rPr lang="en-US" b="1" dirty="0"/>
            </a:br>
            <a:r>
              <a:rPr lang="en-US" sz="4000" dirty="0"/>
              <a:t>(e.g., inspection)</a:t>
            </a:r>
            <a:endParaRPr lang="en-US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4D41626E-1A6F-E92A-AF87-018206A86B04}"/>
              </a:ext>
            </a:extLst>
          </p:cNvPr>
          <p:cNvSpPr txBox="1">
            <a:spLocks/>
          </p:cNvSpPr>
          <p:nvPr userDrawn="1"/>
        </p:nvSpPr>
        <p:spPr>
          <a:xfrm>
            <a:off x="10438301" y="555640"/>
            <a:ext cx="1680822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Time Periods</a:t>
            </a:r>
            <a:br>
              <a:rPr lang="en-US" sz="4800" b="1" dirty="0"/>
            </a:br>
            <a:r>
              <a:rPr lang="en-US" sz="4000" dirty="0"/>
              <a:t>(e.g., work shift)</a:t>
            </a:r>
            <a:endParaRPr lang="en-US" sz="31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DCFB83-A5D1-502F-7F9D-765A2B50DB94}"/>
              </a:ext>
            </a:extLst>
          </p:cNvPr>
          <p:cNvSpPr/>
          <p:nvPr userDrawn="1"/>
        </p:nvSpPr>
        <p:spPr>
          <a:xfrm>
            <a:off x="72851" y="872458"/>
            <a:ext cx="1674593" cy="5916486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C14BEC-D076-F1E6-1FA6-B7CEDEADD19A}"/>
              </a:ext>
            </a:extLst>
          </p:cNvPr>
          <p:cNvSpPr/>
          <p:nvPr userDrawn="1"/>
        </p:nvSpPr>
        <p:spPr>
          <a:xfrm>
            <a:off x="1815049" y="872458"/>
            <a:ext cx="2373084" cy="5916485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3CDE76-3F64-5982-2AF9-E95FEBE08097}"/>
              </a:ext>
            </a:extLst>
          </p:cNvPr>
          <p:cNvSpPr/>
          <p:nvPr userDrawn="1"/>
        </p:nvSpPr>
        <p:spPr>
          <a:xfrm>
            <a:off x="4255736" y="872459"/>
            <a:ext cx="3671351" cy="5916484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260206-6E55-004C-7239-468B9E671CDE}"/>
              </a:ext>
            </a:extLst>
          </p:cNvPr>
          <p:cNvSpPr/>
          <p:nvPr userDrawn="1"/>
        </p:nvSpPr>
        <p:spPr>
          <a:xfrm>
            <a:off x="7994688" y="872458"/>
            <a:ext cx="2375997" cy="5916483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CA1B0C-0598-4458-C520-D0518529C29F}"/>
              </a:ext>
            </a:extLst>
          </p:cNvPr>
          <p:cNvSpPr/>
          <p:nvPr userDrawn="1"/>
        </p:nvSpPr>
        <p:spPr>
          <a:xfrm>
            <a:off x="10438327" y="872459"/>
            <a:ext cx="1680822" cy="591648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C10CEB38-906F-E5DC-3E5A-DBAC76E3562E}"/>
              </a:ext>
            </a:extLst>
          </p:cNvPr>
          <p:cNvSpPr txBox="1">
            <a:spLocks/>
          </p:cNvSpPr>
          <p:nvPr userDrawn="1"/>
        </p:nvSpPr>
        <p:spPr>
          <a:xfrm>
            <a:off x="1815009" y="923788"/>
            <a:ext cx="2373085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Qualities</a:t>
            </a:r>
            <a:br>
              <a:rPr lang="en-US" dirty="0"/>
            </a:br>
            <a:r>
              <a:rPr lang="en-US" sz="4000" dirty="0"/>
              <a:t>(e.g., mass, temperature)</a:t>
            </a:r>
            <a:endParaRPr lang="en-US" dirty="0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276152FB-2F0B-63F2-62A2-E230433F98E6}"/>
              </a:ext>
            </a:extLst>
          </p:cNvPr>
          <p:cNvSpPr txBox="1">
            <a:spLocks/>
          </p:cNvSpPr>
          <p:nvPr userDrawn="1"/>
        </p:nvSpPr>
        <p:spPr>
          <a:xfrm>
            <a:off x="1815009" y="2913637"/>
            <a:ext cx="2373085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</a:pPr>
            <a:r>
              <a:rPr lang="en-US" sz="1200" b="1" dirty="0"/>
              <a:t>Functions </a:t>
            </a:r>
            <a:br>
              <a:rPr lang="en-US" sz="1000" dirty="0"/>
            </a:br>
            <a:r>
              <a:rPr lang="en-US" sz="1000" dirty="0"/>
              <a:t>(e.g., generating thrust function) 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E6F34719-84BB-7E51-26ED-EB115521AE31}"/>
              </a:ext>
            </a:extLst>
          </p:cNvPr>
          <p:cNvSpPr txBox="1">
            <a:spLocks/>
          </p:cNvSpPr>
          <p:nvPr userDrawn="1"/>
        </p:nvSpPr>
        <p:spPr>
          <a:xfrm>
            <a:off x="1815008" y="4895918"/>
            <a:ext cx="2373085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Roles</a:t>
            </a:r>
            <a:br>
              <a:rPr lang="en-US" dirty="0"/>
            </a:br>
            <a:r>
              <a:rPr lang="en-US" sz="4000" dirty="0"/>
              <a:t>(e.g., supplier role, primary pump role)</a:t>
            </a:r>
            <a:endParaRPr lang="en-US" dirty="0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0A04F06F-AFB2-3982-8F42-0843765EEF6D}"/>
              </a:ext>
            </a:extLst>
          </p:cNvPr>
          <p:cNvSpPr txBox="1">
            <a:spLocks/>
          </p:cNvSpPr>
          <p:nvPr userDrawn="1"/>
        </p:nvSpPr>
        <p:spPr>
          <a:xfrm>
            <a:off x="4255560" y="4895917"/>
            <a:ext cx="3671351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Identifiers</a:t>
            </a:r>
            <a:br>
              <a:rPr lang="en-US" dirty="0"/>
            </a:br>
            <a:r>
              <a:rPr lang="en-US" sz="4000" dirty="0"/>
              <a:t>(Data that designates things - e.g., names, serial numbers)</a:t>
            </a:r>
            <a:endParaRPr lang="en-US" dirty="0"/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16C9E9D8-B51A-2C74-2822-DADE6E13515D}"/>
              </a:ext>
            </a:extLst>
          </p:cNvPr>
          <p:cNvSpPr txBox="1">
            <a:spLocks/>
          </p:cNvSpPr>
          <p:nvPr userDrawn="1"/>
        </p:nvSpPr>
        <p:spPr>
          <a:xfrm>
            <a:off x="4255657" y="922452"/>
            <a:ext cx="3671351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Descriptive Data</a:t>
            </a:r>
            <a:br>
              <a:rPr lang="en-US" dirty="0"/>
            </a:br>
            <a:r>
              <a:rPr lang="en-US" sz="4000" dirty="0"/>
              <a:t>(Data that describes things - e.g., measurements, reports)</a:t>
            </a:r>
            <a:endParaRPr lang="en-US" dirty="0"/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98312035-13B7-987E-8775-062F1BB33014}"/>
              </a:ext>
            </a:extLst>
          </p:cNvPr>
          <p:cNvSpPr txBox="1">
            <a:spLocks/>
          </p:cNvSpPr>
          <p:nvPr userDrawn="1"/>
        </p:nvSpPr>
        <p:spPr>
          <a:xfrm>
            <a:off x="4255560" y="2912048"/>
            <a:ext cx="3671351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45720" rIns="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</a:pPr>
            <a:r>
              <a:rPr lang="en-US" sz="1200" b="1" dirty="0"/>
              <a:t>Prescriptive Data</a:t>
            </a:r>
            <a:br>
              <a:rPr lang="en-US" sz="1200" b="1" dirty="0"/>
            </a:br>
            <a:r>
              <a:rPr lang="en-US" sz="1000" dirty="0"/>
              <a:t>(Data that prescribes things - e.g., designs, requirements, plans)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F8ED39-4C54-72F7-F9EE-88703E9EFD3F}"/>
              </a:ext>
            </a:extLst>
          </p:cNvPr>
          <p:cNvSpPr txBox="1"/>
          <p:nvPr userDrawn="1"/>
        </p:nvSpPr>
        <p:spPr>
          <a:xfrm>
            <a:off x="0" y="0"/>
            <a:ext cx="16745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Ontology Modeling Scope:</a:t>
            </a:r>
          </a:p>
        </p:txBody>
      </p:sp>
    </p:spTree>
    <p:extLst>
      <p:ext uri="{BB962C8B-B14F-4D97-AF65-F5344CB8AC3E}">
        <p14:creationId xmlns:p14="http://schemas.microsoft.com/office/powerpoint/2010/main" val="1385336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7626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CAE417-06C8-BC13-1250-5168A81DB0C0}"/>
              </a:ext>
            </a:extLst>
          </p:cNvPr>
          <p:cNvSpPr txBox="1"/>
          <p:nvPr/>
        </p:nvSpPr>
        <p:spPr>
          <a:xfrm>
            <a:off x="1636369" y="0"/>
            <a:ext cx="1081798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highlight>
                  <a:srgbClr val="00FF00"/>
                </a:highlight>
              </a:rPr>
              <a:t>FndByIPT</a:t>
            </a:r>
            <a:r>
              <a:rPr lang="en-US" sz="1050" dirty="0"/>
              <a:t>,</a:t>
            </a:r>
            <a:r>
              <a:rPr lang="en-US" sz="1050" dirty="0">
                <a:highlight>
                  <a:srgbClr val="00FF00"/>
                </a:highlight>
              </a:rPr>
              <a:t>FndByWC</a:t>
            </a:r>
            <a:r>
              <a:rPr lang="en-US" sz="1050" dirty="0"/>
              <a:t>,PLI,SysID,EquipmentType,1stLevelMaterial,1stLevelSerial,1RevisionLevel,DefQty,DefCode,DefCodeDescription,RefDesigDescription,FailedComponent,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267358-1E12-A532-4740-F029FC9FD422}"/>
              </a:ext>
            </a:extLst>
          </p:cNvPr>
          <p:cNvSpPr/>
          <p:nvPr/>
        </p:nvSpPr>
        <p:spPr>
          <a:xfrm>
            <a:off x="5023412" y="5328832"/>
            <a:ext cx="2181829" cy="215442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Integrated Product Team Identifier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B0C85AC-B8D7-B2FF-4783-D338E49E1767}"/>
              </a:ext>
            </a:extLst>
          </p:cNvPr>
          <p:cNvSpPr/>
          <p:nvPr/>
        </p:nvSpPr>
        <p:spPr>
          <a:xfrm>
            <a:off x="104173" y="3765293"/>
            <a:ext cx="1574156" cy="193249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Integrated Product Team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9076B3-3848-A2B3-F256-4DF042902374}"/>
              </a:ext>
            </a:extLst>
          </p:cNvPr>
          <p:cNvSpPr txBox="1"/>
          <p:nvPr/>
        </p:nvSpPr>
        <p:spPr>
          <a:xfrm>
            <a:off x="5631085" y="5544274"/>
            <a:ext cx="115746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 err="1">
                <a:highlight>
                  <a:srgbClr val="00FF00"/>
                </a:highlight>
              </a:rPr>
              <a:t>FndByIPT</a:t>
            </a:r>
            <a:endParaRPr lang="en-US" sz="800" dirty="0">
              <a:highlight>
                <a:srgbClr val="00FF00"/>
              </a:highlight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B766BEC-0BD8-C9DA-C1BF-376220D32670}"/>
              </a:ext>
            </a:extLst>
          </p:cNvPr>
          <p:cNvCxnSpPr>
            <a:cxnSpLocks/>
            <a:stCxn id="4" idx="1"/>
            <a:endCxn id="5" idx="3"/>
          </p:cNvCxnSpPr>
          <p:nvPr/>
        </p:nvCxnSpPr>
        <p:spPr>
          <a:xfrm flipH="1" flipV="1">
            <a:off x="1678329" y="3861918"/>
            <a:ext cx="3345083" cy="15746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0FE9F42-898C-24ED-719E-4DB47EE439B4}"/>
              </a:ext>
            </a:extLst>
          </p:cNvPr>
          <p:cNvSpPr txBox="1"/>
          <p:nvPr/>
        </p:nvSpPr>
        <p:spPr>
          <a:xfrm>
            <a:off x="3107438" y="4403014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70C0"/>
                </a:solidFill>
              </a:rPr>
              <a:t>designates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58157D4-B9D4-501E-2396-86E44C43751D}"/>
              </a:ext>
            </a:extLst>
          </p:cNvPr>
          <p:cNvSpPr/>
          <p:nvPr/>
        </p:nvSpPr>
        <p:spPr>
          <a:xfrm>
            <a:off x="279722" y="4921240"/>
            <a:ext cx="1223058" cy="193249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Work Center Team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02992D9-0DFF-58AD-610C-4279E1E86B4C}"/>
              </a:ext>
            </a:extLst>
          </p:cNvPr>
          <p:cNvSpPr/>
          <p:nvPr/>
        </p:nvSpPr>
        <p:spPr>
          <a:xfrm>
            <a:off x="5025830" y="5975162"/>
            <a:ext cx="1762722" cy="215442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Work Center Team Identifier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F47A4C-A3C7-F622-F8C1-9E44D97CDF4E}"/>
              </a:ext>
            </a:extLst>
          </p:cNvPr>
          <p:cNvSpPr txBox="1"/>
          <p:nvPr/>
        </p:nvSpPr>
        <p:spPr>
          <a:xfrm>
            <a:off x="5328457" y="6190604"/>
            <a:ext cx="115746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 err="1">
                <a:highlight>
                  <a:srgbClr val="00FF00"/>
                </a:highlight>
              </a:rPr>
              <a:t>FndByWC</a:t>
            </a:r>
            <a:endParaRPr lang="en-US" sz="800" dirty="0">
              <a:highlight>
                <a:srgbClr val="00FF00"/>
              </a:highlight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5716B30-5789-C8A4-52A2-506F2CDF2D8D}"/>
              </a:ext>
            </a:extLst>
          </p:cNvPr>
          <p:cNvCxnSpPr>
            <a:cxnSpLocks/>
            <a:stCxn id="13" idx="1"/>
            <a:endCxn id="11" idx="3"/>
          </p:cNvCxnSpPr>
          <p:nvPr/>
        </p:nvCxnSpPr>
        <p:spPr>
          <a:xfrm flipH="1" flipV="1">
            <a:off x="1502780" y="5017865"/>
            <a:ext cx="3523050" cy="10650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FA60AEA-99CA-D5BF-577C-2F19BA38ECC0}"/>
              </a:ext>
            </a:extLst>
          </p:cNvPr>
          <p:cNvSpPr txBox="1"/>
          <p:nvPr/>
        </p:nvSpPr>
        <p:spPr>
          <a:xfrm>
            <a:off x="3181202" y="5367303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70C0"/>
                </a:solidFill>
              </a:rPr>
              <a:t>designates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F3DE016-D5B2-17E0-0C0E-57F373EB6111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>
            <a:off x="891251" y="3958542"/>
            <a:ext cx="0" cy="9626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24551C1-AA27-8F02-E9F6-88FB00DBDE42}"/>
              </a:ext>
            </a:extLst>
          </p:cNvPr>
          <p:cNvSpPr txBox="1"/>
          <p:nvPr/>
        </p:nvSpPr>
        <p:spPr>
          <a:xfrm>
            <a:off x="815915" y="4114580"/>
            <a:ext cx="8204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70C0"/>
                </a:solidFill>
              </a:rPr>
              <a:t>has continuant part</a:t>
            </a:r>
          </a:p>
        </p:txBody>
      </p:sp>
    </p:spTree>
    <p:extLst>
      <p:ext uri="{BB962C8B-B14F-4D97-AF65-F5344CB8AC3E}">
        <p14:creationId xmlns:p14="http://schemas.microsoft.com/office/powerpoint/2010/main" val="3009411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A2BF6-877A-8169-609B-637656982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C28B92-04EC-5621-D11F-B625DB044D20}"/>
              </a:ext>
            </a:extLst>
          </p:cNvPr>
          <p:cNvSpPr txBox="1"/>
          <p:nvPr/>
        </p:nvSpPr>
        <p:spPr>
          <a:xfrm>
            <a:off x="1636369" y="0"/>
            <a:ext cx="1081798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highlight>
                  <a:srgbClr val="00FF00"/>
                </a:highlight>
              </a:rPr>
              <a:t>1stLevelMaterial</a:t>
            </a:r>
            <a:r>
              <a:rPr lang="en-US" sz="1050" dirty="0"/>
              <a:t>,</a:t>
            </a:r>
            <a:r>
              <a:rPr lang="en-US" sz="1050" dirty="0">
                <a:highlight>
                  <a:srgbClr val="00FF00"/>
                </a:highlight>
              </a:rPr>
              <a:t>1stLevelSerial</a:t>
            </a:r>
            <a:r>
              <a:rPr lang="en-US" sz="1050" dirty="0"/>
              <a:t>,</a:t>
            </a:r>
            <a:r>
              <a:rPr lang="en-US" sz="1050" dirty="0">
                <a:highlight>
                  <a:srgbClr val="00FF00"/>
                </a:highlight>
              </a:rPr>
              <a:t>1RevisionLevel</a:t>
            </a:r>
            <a:r>
              <a:rPr lang="en-US" sz="1050" dirty="0"/>
              <a:t>,DefQty,DefCode,DefCodeDescription,RefDesigDescription,FailedComponent,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EB2EDD3-1800-D9A8-5CCE-591DDCAC0E4E}"/>
              </a:ext>
            </a:extLst>
          </p:cNvPr>
          <p:cNvSpPr/>
          <p:nvPr/>
        </p:nvSpPr>
        <p:spPr>
          <a:xfrm>
            <a:off x="4363656" y="5261910"/>
            <a:ext cx="1581228" cy="30217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Circuit Card Assembly Design Identifier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6697BDC-202E-2F59-E29B-A5304A7BC0B4}"/>
              </a:ext>
            </a:extLst>
          </p:cNvPr>
          <p:cNvSpPr/>
          <p:nvPr/>
        </p:nvSpPr>
        <p:spPr>
          <a:xfrm>
            <a:off x="104173" y="3765293"/>
            <a:ext cx="1574156" cy="193249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Circuit Card Assembly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0BBA22-7E4C-5572-89F8-0B6C0C51C62C}"/>
              </a:ext>
            </a:extLst>
          </p:cNvPr>
          <p:cNvSpPr txBox="1"/>
          <p:nvPr/>
        </p:nvSpPr>
        <p:spPr>
          <a:xfrm>
            <a:off x="4557198" y="5554179"/>
            <a:ext cx="115746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highlight>
                  <a:srgbClr val="00FF00"/>
                </a:highlight>
              </a:rPr>
              <a:t>1stLevelMaterial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A6B3FC0-6A1A-489C-B5C1-A2B88886A4E1}"/>
              </a:ext>
            </a:extLst>
          </p:cNvPr>
          <p:cNvCxnSpPr>
            <a:cxnSpLocks/>
            <a:stCxn id="4" idx="0"/>
            <a:endCxn id="12" idx="2"/>
          </p:cNvCxnSpPr>
          <p:nvPr/>
        </p:nvCxnSpPr>
        <p:spPr>
          <a:xfrm flipV="1">
            <a:off x="5154270" y="3985027"/>
            <a:ext cx="421833" cy="12768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7495E8C-D866-E561-89B5-8A138A700BD6}"/>
              </a:ext>
            </a:extLst>
          </p:cNvPr>
          <p:cNvSpPr txBox="1"/>
          <p:nvPr/>
        </p:nvSpPr>
        <p:spPr>
          <a:xfrm>
            <a:off x="5328402" y="4468913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70C0"/>
                </a:solidFill>
              </a:rPr>
              <a:t>designates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9E70FC2-AF6D-0039-2DEA-693771AA6B2E}"/>
              </a:ext>
            </a:extLst>
          </p:cNvPr>
          <p:cNvSpPr/>
          <p:nvPr/>
        </p:nvSpPr>
        <p:spPr>
          <a:xfrm>
            <a:off x="4484953" y="6082884"/>
            <a:ext cx="1383412" cy="302174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Circuit Card Assembly Identifier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E18055-8C3B-132D-666B-E2368D0C4B5A}"/>
              </a:ext>
            </a:extLst>
          </p:cNvPr>
          <p:cNvSpPr txBox="1"/>
          <p:nvPr/>
        </p:nvSpPr>
        <p:spPr>
          <a:xfrm>
            <a:off x="4628426" y="6349834"/>
            <a:ext cx="115746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highlight>
                  <a:srgbClr val="00FF00"/>
                </a:highlight>
              </a:rPr>
              <a:t>1stLevelSerial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DFE9C9E-057E-5E6B-5EC9-E5B75D7AFCB2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1452623" y="3958542"/>
            <a:ext cx="3032330" cy="22754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D476E70-9867-71EA-4CEB-9526393A222C}"/>
              </a:ext>
            </a:extLst>
          </p:cNvPr>
          <p:cNvSpPr txBox="1"/>
          <p:nvPr/>
        </p:nvSpPr>
        <p:spPr>
          <a:xfrm>
            <a:off x="2912553" y="5477353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70C0"/>
                </a:solidFill>
              </a:rPr>
              <a:t>designates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EED0080-D5E3-ECBF-8155-DF8378FCA5D9}"/>
              </a:ext>
            </a:extLst>
          </p:cNvPr>
          <p:cNvSpPr/>
          <p:nvPr/>
        </p:nvSpPr>
        <p:spPr>
          <a:xfrm>
            <a:off x="4628426" y="3791778"/>
            <a:ext cx="1895354" cy="193249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Circuit Card Assembly Design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EC8C16E-BB58-5E7D-5B83-56E8AEA6828F}"/>
              </a:ext>
            </a:extLst>
          </p:cNvPr>
          <p:cNvSpPr/>
          <p:nvPr/>
        </p:nvSpPr>
        <p:spPr>
          <a:xfrm>
            <a:off x="6230607" y="5631084"/>
            <a:ext cx="1644044" cy="31535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Circuit Card Assembly Design Revision Identifier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6CC8F7B-FBF9-C421-675F-5C79594FAEE9}"/>
              </a:ext>
            </a:extLst>
          </p:cNvPr>
          <p:cNvCxnSpPr>
            <a:cxnSpLocks/>
            <a:stCxn id="12" idx="1"/>
            <a:endCxn id="5" idx="3"/>
          </p:cNvCxnSpPr>
          <p:nvPr/>
        </p:nvCxnSpPr>
        <p:spPr>
          <a:xfrm flipH="1" flipV="1">
            <a:off x="1678329" y="3861918"/>
            <a:ext cx="2950097" cy="264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A3E9AD8-008E-2E7A-2111-2382795A2422}"/>
              </a:ext>
            </a:extLst>
          </p:cNvPr>
          <p:cNvSpPr txBox="1"/>
          <p:nvPr/>
        </p:nvSpPr>
        <p:spPr>
          <a:xfrm>
            <a:off x="2770975" y="3642182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70C0"/>
                </a:solidFill>
              </a:rPr>
              <a:t>describes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524EC1C-E645-6B60-ADCB-845B6BA75BDE}"/>
              </a:ext>
            </a:extLst>
          </p:cNvPr>
          <p:cNvSpPr txBox="1"/>
          <p:nvPr/>
        </p:nvSpPr>
        <p:spPr>
          <a:xfrm>
            <a:off x="7045363" y="5906940"/>
            <a:ext cx="115746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highlight>
                  <a:srgbClr val="00FF00"/>
                </a:highlight>
              </a:rPr>
              <a:t>1RevisionLevel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246505E-9042-5D9B-0954-249AF55247C7}"/>
              </a:ext>
            </a:extLst>
          </p:cNvPr>
          <p:cNvCxnSpPr>
            <a:cxnSpLocks/>
            <a:stCxn id="14" idx="0"/>
          </p:cNvCxnSpPr>
          <p:nvPr/>
        </p:nvCxnSpPr>
        <p:spPr>
          <a:xfrm flipH="1" flipV="1">
            <a:off x="6356189" y="3995851"/>
            <a:ext cx="696440" cy="16352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A0124205-4472-2FD6-3565-B98330396FEB}"/>
              </a:ext>
            </a:extLst>
          </p:cNvPr>
          <p:cNvSpPr txBox="1"/>
          <p:nvPr/>
        </p:nvSpPr>
        <p:spPr>
          <a:xfrm>
            <a:off x="6560161" y="4500357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70C0"/>
                </a:solidFill>
              </a:rPr>
              <a:t>designates</a:t>
            </a:r>
          </a:p>
        </p:txBody>
      </p:sp>
    </p:spTree>
    <p:extLst>
      <p:ext uri="{BB962C8B-B14F-4D97-AF65-F5344CB8AC3E}">
        <p14:creationId xmlns:p14="http://schemas.microsoft.com/office/powerpoint/2010/main" val="1275034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36F26A-9F14-20DA-BD56-118C97779AD5}"/>
              </a:ext>
            </a:extLst>
          </p:cNvPr>
          <p:cNvSpPr txBox="1"/>
          <p:nvPr/>
        </p:nvSpPr>
        <p:spPr>
          <a:xfrm>
            <a:off x="1636369" y="0"/>
            <a:ext cx="1081798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DefQty,</a:t>
            </a:r>
            <a:r>
              <a:rPr lang="en-US" sz="1050" dirty="0">
                <a:highlight>
                  <a:srgbClr val="00FF00"/>
                </a:highlight>
              </a:rPr>
              <a:t>DefCode</a:t>
            </a:r>
            <a:r>
              <a:rPr lang="en-US" sz="1050" dirty="0"/>
              <a:t>,</a:t>
            </a:r>
            <a:r>
              <a:rPr lang="en-US" sz="1050" dirty="0">
                <a:highlight>
                  <a:srgbClr val="00FF00"/>
                </a:highlight>
              </a:rPr>
              <a:t>DefCodeDescription</a:t>
            </a:r>
            <a:r>
              <a:rPr lang="en-US" sz="1050" dirty="0"/>
              <a:t>,</a:t>
            </a:r>
            <a:r>
              <a:rPr lang="en-US" sz="1050" dirty="0">
                <a:highlight>
                  <a:srgbClr val="00FF00"/>
                </a:highlight>
              </a:rPr>
              <a:t>RefDesigDescription</a:t>
            </a:r>
            <a:r>
              <a:rPr lang="en-US" sz="1050" dirty="0"/>
              <a:t>,</a:t>
            </a:r>
            <a:r>
              <a:rPr lang="en-US" sz="1050" dirty="0">
                <a:highlight>
                  <a:srgbClr val="00FF00"/>
                </a:highlight>
              </a:rPr>
              <a:t>FailedComponent</a:t>
            </a:r>
            <a:r>
              <a:rPr lang="en-US" sz="1050" dirty="0"/>
              <a:t>,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1B24B42-B6BD-D5B6-5781-66F8A6F6ACB6}"/>
              </a:ext>
            </a:extLst>
          </p:cNvPr>
          <p:cNvSpPr/>
          <p:nvPr/>
        </p:nvSpPr>
        <p:spPr>
          <a:xfrm>
            <a:off x="2578273" y="1658284"/>
            <a:ext cx="843226" cy="25391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Defect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3322209-D165-7654-3A87-943F6D7FF95B}"/>
              </a:ext>
            </a:extLst>
          </p:cNvPr>
          <p:cNvSpPr/>
          <p:nvPr/>
        </p:nvSpPr>
        <p:spPr>
          <a:xfrm>
            <a:off x="6454513" y="1629887"/>
            <a:ext cx="1132655" cy="318848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Defect Code Description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0488336-D7C5-5D6A-3FD9-6B0504C74AB0}"/>
              </a:ext>
            </a:extLst>
          </p:cNvPr>
          <p:cNvSpPr/>
          <p:nvPr/>
        </p:nvSpPr>
        <p:spPr>
          <a:xfrm>
            <a:off x="423798" y="3570484"/>
            <a:ext cx="997906" cy="318848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Electronic Component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70D5890-8782-05A1-7007-FB5C232B1CB9}"/>
              </a:ext>
            </a:extLst>
          </p:cNvPr>
          <p:cNvSpPr/>
          <p:nvPr/>
        </p:nvSpPr>
        <p:spPr>
          <a:xfrm>
            <a:off x="4523982" y="6113126"/>
            <a:ext cx="1472000" cy="318848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Electronic Component Location Identifier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BF23F0C-6EBB-5653-6B40-87C31AFC7A7F}"/>
              </a:ext>
            </a:extLst>
          </p:cNvPr>
          <p:cNvSpPr/>
          <p:nvPr/>
        </p:nvSpPr>
        <p:spPr>
          <a:xfrm>
            <a:off x="4523980" y="3570484"/>
            <a:ext cx="1294357" cy="318848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Electronic Component Design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33A2FD7-7F2F-6967-E592-DCC18459D918}"/>
              </a:ext>
            </a:extLst>
          </p:cNvPr>
          <p:cNvSpPr/>
          <p:nvPr/>
        </p:nvSpPr>
        <p:spPr>
          <a:xfrm>
            <a:off x="4435159" y="5507843"/>
            <a:ext cx="1472001" cy="318848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Electronic Component Design Identifier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4D248AA-1324-291A-6637-821D3322F9FE}"/>
              </a:ext>
            </a:extLst>
          </p:cNvPr>
          <p:cNvCxnSpPr>
            <a:cxnSpLocks/>
            <a:stCxn id="7" idx="0"/>
            <a:endCxn id="5" idx="1"/>
          </p:cNvCxnSpPr>
          <p:nvPr/>
        </p:nvCxnSpPr>
        <p:spPr>
          <a:xfrm flipV="1">
            <a:off x="922751" y="1785242"/>
            <a:ext cx="1655522" cy="17852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09D6AA5-181B-70E5-8981-D1FE59D76327}"/>
              </a:ext>
            </a:extLst>
          </p:cNvPr>
          <p:cNvSpPr txBox="1"/>
          <p:nvPr/>
        </p:nvSpPr>
        <p:spPr>
          <a:xfrm>
            <a:off x="5086706" y="4382659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designates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8C2A1AD-5739-297E-040C-B9C72884E203}"/>
              </a:ext>
            </a:extLst>
          </p:cNvPr>
          <p:cNvCxnSpPr>
            <a:cxnSpLocks/>
            <a:stCxn id="9" idx="1"/>
            <a:endCxn id="7" idx="3"/>
          </p:cNvCxnSpPr>
          <p:nvPr/>
        </p:nvCxnSpPr>
        <p:spPr>
          <a:xfrm flipH="1">
            <a:off x="1421704" y="3729908"/>
            <a:ext cx="31022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2A19039-9FCF-9F1D-4606-8D10F1692291}"/>
              </a:ext>
            </a:extLst>
          </p:cNvPr>
          <p:cNvCxnSpPr>
            <a:cxnSpLocks/>
            <a:stCxn id="8" idx="1"/>
            <a:endCxn id="45" idx="3"/>
          </p:cNvCxnSpPr>
          <p:nvPr/>
        </p:nvCxnSpPr>
        <p:spPr>
          <a:xfrm flipH="1" flipV="1">
            <a:off x="1421704" y="4809671"/>
            <a:ext cx="3102278" cy="14628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8C738C5-10AF-2891-A5A5-246251F1C224}"/>
              </a:ext>
            </a:extLst>
          </p:cNvPr>
          <p:cNvCxnSpPr>
            <a:cxnSpLocks/>
            <a:stCxn id="10" idx="0"/>
            <a:endCxn id="9" idx="2"/>
          </p:cNvCxnSpPr>
          <p:nvPr/>
        </p:nvCxnSpPr>
        <p:spPr>
          <a:xfrm flipH="1" flipV="1">
            <a:off x="5171159" y="3889332"/>
            <a:ext cx="1" cy="16185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540D5BD-936A-4613-3515-79AE153A8658}"/>
              </a:ext>
            </a:extLst>
          </p:cNvPr>
          <p:cNvSpPr txBox="1"/>
          <p:nvPr/>
        </p:nvSpPr>
        <p:spPr>
          <a:xfrm>
            <a:off x="2552932" y="5661351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designates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BC6983D-317C-FF07-096B-02FDFB32ADA3}"/>
              </a:ext>
            </a:extLst>
          </p:cNvPr>
          <p:cNvSpPr txBox="1"/>
          <p:nvPr/>
        </p:nvSpPr>
        <p:spPr>
          <a:xfrm>
            <a:off x="2589659" y="3729908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describes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6C438CC-3A3A-AE2E-C960-C952E206638A}"/>
              </a:ext>
            </a:extLst>
          </p:cNvPr>
          <p:cNvSpPr/>
          <p:nvPr/>
        </p:nvSpPr>
        <p:spPr>
          <a:xfrm>
            <a:off x="6454514" y="5396063"/>
            <a:ext cx="1132655" cy="318848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Defect Code Identifier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83E1CB0-C2DC-6564-351D-7E8464C6ACE4}"/>
              </a:ext>
            </a:extLst>
          </p:cNvPr>
          <p:cNvCxnSpPr>
            <a:cxnSpLocks/>
            <a:stCxn id="29" idx="0"/>
            <a:endCxn id="6" idx="2"/>
          </p:cNvCxnSpPr>
          <p:nvPr/>
        </p:nvCxnSpPr>
        <p:spPr>
          <a:xfrm flipH="1" flipV="1">
            <a:off x="7020841" y="1948735"/>
            <a:ext cx="1" cy="34473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CCAEE13-F0FA-BC3B-F6D1-9815C2BCAF1C}"/>
              </a:ext>
            </a:extLst>
          </p:cNvPr>
          <p:cNvCxnSpPr>
            <a:cxnSpLocks/>
            <a:stCxn id="6" idx="1"/>
            <a:endCxn id="5" idx="3"/>
          </p:cNvCxnSpPr>
          <p:nvPr/>
        </p:nvCxnSpPr>
        <p:spPr>
          <a:xfrm flipH="1" flipV="1">
            <a:off x="3421499" y="1785242"/>
            <a:ext cx="3033014" cy="40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8820A6D-2513-D9E9-759B-3F2856771800}"/>
              </a:ext>
            </a:extLst>
          </p:cNvPr>
          <p:cNvSpPr txBox="1"/>
          <p:nvPr/>
        </p:nvSpPr>
        <p:spPr>
          <a:xfrm>
            <a:off x="6948909" y="4084122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designates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DE332E4-D34D-D074-F276-FC59C1820C95}"/>
              </a:ext>
            </a:extLst>
          </p:cNvPr>
          <p:cNvSpPr txBox="1"/>
          <p:nvPr/>
        </p:nvSpPr>
        <p:spPr>
          <a:xfrm>
            <a:off x="930058" y="2554752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bearer of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EBB7B34-3FCA-257F-0F50-96905FABFB73}"/>
              </a:ext>
            </a:extLst>
          </p:cNvPr>
          <p:cNvSpPr txBox="1"/>
          <p:nvPr/>
        </p:nvSpPr>
        <p:spPr>
          <a:xfrm>
            <a:off x="4666794" y="1539020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describes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1CE5C49-8062-D55F-8D68-E6FEE0303C60}"/>
              </a:ext>
            </a:extLst>
          </p:cNvPr>
          <p:cNvSpPr txBox="1"/>
          <p:nvPr/>
        </p:nvSpPr>
        <p:spPr>
          <a:xfrm>
            <a:off x="4637563" y="5799850"/>
            <a:ext cx="115746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 err="1">
                <a:highlight>
                  <a:srgbClr val="00FF00"/>
                </a:highlight>
              </a:rPr>
              <a:t>FailedComponent</a:t>
            </a:r>
            <a:endParaRPr lang="en-US" sz="800" dirty="0">
              <a:highlight>
                <a:srgbClr val="00FF00"/>
              </a:highlight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B990D4F-B923-63AC-6B83-71DC7733E2E4}"/>
              </a:ext>
            </a:extLst>
          </p:cNvPr>
          <p:cNvSpPr txBox="1"/>
          <p:nvPr/>
        </p:nvSpPr>
        <p:spPr>
          <a:xfrm>
            <a:off x="4681248" y="6386806"/>
            <a:ext cx="115746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 err="1">
                <a:highlight>
                  <a:srgbClr val="00FF00"/>
                </a:highlight>
              </a:rPr>
              <a:t>RefDesigDescription</a:t>
            </a:r>
            <a:endParaRPr lang="en-US" sz="800" dirty="0">
              <a:highlight>
                <a:srgbClr val="00FF00"/>
              </a:highlight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0144F8FA-A0EE-460A-606A-CE8D9306695B}"/>
              </a:ext>
            </a:extLst>
          </p:cNvPr>
          <p:cNvSpPr/>
          <p:nvPr/>
        </p:nvSpPr>
        <p:spPr>
          <a:xfrm>
            <a:off x="356424" y="4602668"/>
            <a:ext cx="1065280" cy="41400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Electronic Component Location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DB304F7-8B13-53B4-7B43-7233F9E97DDD}"/>
              </a:ext>
            </a:extLst>
          </p:cNvPr>
          <p:cNvSpPr txBox="1"/>
          <p:nvPr/>
        </p:nvSpPr>
        <p:spPr>
          <a:xfrm>
            <a:off x="6466629" y="5692128"/>
            <a:ext cx="115746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 err="1">
                <a:highlight>
                  <a:srgbClr val="00FF00"/>
                </a:highlight>
              </a:rPr>
              <a:t>DefCode</a:t>
            </a:r>
            <a:endParaRPr lang="en-US" sz="800" dirty="0">
              <a:highlight>
                <a:srgbClr val="00FF00"/>
              </a:highlight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A86718D-E042-2BB5-E156-60DCAD6BAF71}"/>
              </a:ext>
            </a:extLst>
          </p:cNvPr>
          <p:cNvSpPr txBox="1"/>
          <p:nvPr/>
        </p:nvSpPr>
        <p:spPr>
          <a:xfrm>
            <a:off x="5863373" y="1953575"/>
            <a:ext cx="115746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highlight>
                  <a:srgbClr val="00FF00"/>
                </a:highlight>
              </a:rPr>
              <a:t>,</a:t>
            </a:r>
            <a:r>
              <a:rPr lang="en-US" sz="800" dirty="0" err="1">
                <a:highlight>
                  <a:srgbClr val="00FF00"/>
                </a:highlight>
              </a:rPr>
              <a:t>DefCodeDescription</a:t>
            </a:r>
            <a:endParaRPr lang="en-US" sz="800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05948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B81C4B-E0A5-38CC-293D-B30BF51FEB8F}"/>
              </a:ext>
            </a:extLst>
          </p:cNvPr>
          <p:cNvSpPr txBox="1"/>
          <p:nvPr/>
        </p:nvSpPr>
        <p:spPr>
          <a:xfrm>
            <a:off x="1564187" y="0"/>
            <a:ext cx="60970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u="none" strike="noStrike" dirty="0" err="1">
                <a:solidFill>
                  <a:srgbClr val="000000"/>
                </a:solidFill>
                <a:effectLst/>
                <a:highlight>
                  <a:srgbClr val="00FF00"/>
                </a:highlight>
                <a:latin typeface="Aptos Narrow" panose="020B0004020202020204" pitchFamily="34" charset="0"/>
              </a:rPr>
              <a:t>CreatedOn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,</a:t>
            </a:r>
            <a:r>
              <a:rPr lang="en-US" sz="1000" dirty="0">
                <a:effectLst/>
              </a:rPr>
              <a:t> 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highlight>
                  <a:srgbClr val="00FF00"/>
                </a:highlight>
                <a:latin typeface="Aptos Narrow" panose="020B0004020202020204" pitchFamily="34" charset="0"/>
              </a:rPr>
              <a:t>CreaBy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,</a:t>
            </a:r>
            <a:r>
              <a:rPr lang="en-US" sz="1000" dirty="0">
                <a:effectLst/>
              </a:rPr>
              <a:t> 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Plnt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,</a:t>
            </a:r>
            <a:r>
              <a:rPr lang="en-US" sz="1000" dirty="0">
                <a:effectLst/>
              </a:rPr>
              <a:t> 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Aptos Narrow" panose="020B0004020202020204" pitchFamily="34" charset="0"/>
              </a:rPr>
              <a:t>Material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,</a:t>
            </a:r>
            <a:r>
              <a:rPr lang="en-US" sz="1000" dirty="0">
                <a:effectLst/>
              </a:rPr>
              <a:t> 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highlight>
                  <a:srgbClr val="00FF00"/>
                </a:highlight>
                <a:latin typeface="Aptos Narrow" panose="020B0004020202020204" pitchFamily="34" charset="0"/>
              </a:rPr>
              <a:t>SerialNumber</a:t>
            </a:r>
            <a:endParaRPr lang="en-US" sz="1000" dirty="0">
              <a:highlight>
                <a:srgbClr val="00FF00"/>
              </a:highlight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8FEB87B-4C7F-2564-2C80-4A0D58C4E8D8}"/>
              </a:ext>
            </a:extLst>
          </p:cNvPr>
          <p:cNvSpPr/>
          <p:nvPr/>
        </p:nvSpPr>
        <p:spPr>
          <a:xfrm>
            <a:off x="137785" y="3429000"/>
            <a:ext cx="1528017" cy="32254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Circuit Card Assembly Product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1AE5A96-9496-1C51-5FD2-42FF71DDA578}"/>
              </a:ext>
            </a:extLst>
          </p:cNvPr>
          <p:cNvSpPr/>
          <p:nvPr/>
        </p:nvSpPr>
        <p:spPr>
          <a:xfrm>
            <a:off x="4373670" y="5472830"/>
            <a:ext cx="1528017" cy="32254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Circuit Card Assembly Product Identifier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C481404-F3E2-5E34-C7E0-8CECF749E4B6}"/>
              </a:ext>
            </a:extLst>
          </p:cNvPr>
          <p:cNvSpPr/>
          <p:nvPr/>
        </p:nvSpPr>
        <p:spPr>
          <a:xfrm>
            <a:off x="6010404" y="5472830"/>
            <a:ext cx="1749470" cy="32254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Circuit Card Assembly Product Design Identifier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4BF6972-D769-3487-8B3B-B378C18EA670}"/>
              </a:ext>
            </a:extLst>
          </p:cNvPr>
          <p:cNvSpPr/>
          <p:nvPr/>
        </p:nvSpPr>
        <p:spPr>
          <a:xfrm>
            <a:off x="6010404" y="3429000"/>
            <a:ext cx="1749470" cy="32254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Circuit Card Assembly Product Design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7CAC22F-9CF8-0D9B-8B23-C0B9D62CC08F}"/>
              </a:ext>
            </a:extLst>
          </p:cNvPr>
          <p:cNvCxnSpPr>
            <a:cxnSpLocks/>
            <a:stCxn id="5" idx="1"/>
            <a:endCxn id="4" idx="2"/>
          </p:cNvCxnSpPr>
          <p:nvPr/>
        </p:nvCxnSpPr>
        <p:spPr>
          <a:xfrm flipH="1" flipV="1">
            <a:off x="901794" y="3751545"/>
            <a:ext cx="3471876" cy="18825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49ECAF2-9B3E-0EE8-A21A-5F4AFA5BC058}"/>
              </a:ext>
            </a:extLst>
          </p:cNvPr>
          <p:cNvSpPr txBox="1"/>
          <p:nvPr/>
        </p:nvSpPr>
        <p:spPr>
          <a:xfrm>
            <a:off x="2428925" y="4446603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designates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77F90EB-6EB8-B38A-17DD-77F19FD0638F}"/>
              </a:ext>
            </a:extLst>
          </p:cNvPr>
          <p:cNvCxnSpPr>
            <a:cxnSpLocks/>
            <a:stCxn id="7" idx="1"/>
            <a:endCxn id="4" idx="3"/>
          </p:cNvCxnSpPr>
          <p:nvPr/>
        </p:nvCxnSpPr>
        <p:spPr>
          <a:xfrm flipH="1">
            <a:off x="1665802" y="3590273"/>
            <a:ext cx="43446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5396840-F96B-1D1E-961D-120C635FC4B1}"/>
              </a:ext>
            </a:extLst>
          </p:cNvPr>
          <p:cNvSpPr txBox="1"/>
          <p:nvPr/>
        </p:nvSpPr>
        <p:spPr>
          <a:xfrm>
            <a:off x="3443533" y="3562735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describes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E499E96-EB04-1015-90AD-54E00DE711B5}"/>
              </a:ext>
            </a:extLst>
          </p:cNvPr>
          <p:cNvCxnSpPr>
            <a:cxnSpLocks/>
            <a:stCxn id="6" idx="0"/>
            <a:endCxn id="7" idx="2"/>
          </p:cNvCxnSpPr>
          <p:nvPr/>
        </p:nvCxnSpPr>
        <p:spPr>
          <a:xfrm flipV="1">
            <a:off x="6885139" y="3751545"/>
            <a:ext cx="0" cy="17212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A7EF78F-2DF9-775E-B105-56135FEA5D7B}"/>
              </a:ext>
            </a:extLst>
          </p:cNvPr>
          <p:cNvSpPr txBox="1"/>
          <p:nvPr/>
        </p:nvSpPr>
        <p:spPr>
          <a:xfrm>
            <a:off x="6840777" y="4365966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designates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62073C5-3853-E7C6-2EE9-EB227681D618}"/>
              </a:ext>
            </a:extLst>
          </p:cNvPr>
          <p:cNvSpPr/>
          <p:nvPr/>
        </p:nvSpPr>
        <p:spPr>
          <a:xfrm>
            <a:off x="8306843" y="1339241"/>
            <a:ext cx="1528017" cy="32254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Defect Discovery Process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3C94FF9-BED8-41BB-8718-CFFC02E504C7}"/>
              </a:ext>
            </a:extLst>
          </p:cNvPr>
          <p:cNvSpPr/>
          <p:nvPr/>
        </p:nvSpPr>
        <p:spPr>
          <a:xfrm>
            <a:off x="11323529" y="1339241"/>
            <a:ext cx="743051" cy="32254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Temporal Interval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E25F225-EAB1-C39D-F217-DA769C840D0C}"/>
              </a:ext>
            </a:extLst>
          </p:cNvPr>
          <p:cNvCxnSpPr>
            <a:cxnSpLocks/>
            <a:stCxn id="36" idx="3"/>
            <a:endCxn id="37" idx="1"/>
          </p:cNvCxnSpPr>
          <p:nvPr/>
        </p:nvCxnSpPr>
        <p:spPr>
          <a:xfrm>
            <a:off x="9834860" y="1500514"/>
            <a:ext cx="14886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D0E6344-B94E-1449-9FB9-DD7E4617580F}"/>
              </a:ext>
            </a:extLst>
          </p:cNvPr>
          <p:cNvSpPr txBox="1"/>
          <p:nvPr/>
        </p:nvSpPr>
        <p:spPr>
          <a:xfrm>
            <a:off x="10392268" y="1254293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occurs  on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59ED9E86-1690-6BDC-669B-8601E2F8AE2F}"/>
              </a:ext>
            </a:extLst>
          </p:cNvPr>
          <p:cNvSpPr/>
          <p:nvPr/>
        </p:nvSpPr>
        <p:spPr>
          <a:xfrm>
            <a:off x="114715" y="2750627"/>
            <a:ext cx="1574156" cy="193249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Circuit Card Assembly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93AE3ADA-682E-4B8C-E437-A4B537A6C163}"/>
              </a:ext>
            </a:extLst>
          </p:cNvPr>
          <p:cNvSpPr/>
          <p:nvPr/>
        </p:nvSpPr>
        <p:spPr>
          <a:xfrm>
            <a:off x="402840" y="2039819"/>
            <a:ext cx="997906" cy="318848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Electronic Component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48362F9-3E93-C351-AE0A-9ACE399357FA}"/>
              </a:ext>
            </a:extLst>
          </p:cNvPr>
          <p:cNvCxnSpPr>
            <a:cxnSpLocks/>
            <a:stCxn id="4" idx="0"/>
            <a:endCxn id="46" idx="2"/>
          </p:cNvCxnSpPr>
          <p:nvPr/>
        </p:nvCxnSpPr>
        <p:spPr>
          <a:xfrm flipH="1" flipV="1">
            <a:off x="901793" y="2943876"/>
            <a:ext cx="1" cy="4851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81780D2-2B68-19DE-F0CA-648BD84B94E2}"/>
              </a:ext>
            </a:extLst>
          </p:cNvPr>
          <p:cNvCxnSpPr>
            <a:cxnSpLocks/>
            <a:stCxn id="46" idx="0"/>
            <a:endCxn id="47" idx="2"/>
          </p:cNvCxnSpPr>
          <p:nvPr/>
        </p:nvCxnSpPr>
        <p:spPr>
          <a:xfrm flipV="1">
            <a:off x="901793" y="2358667"/>
            <a:ext cx="0" cy="3919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6112C133-8AEA-F8CD-DF4E-9CC69009BF74}"/>
              </a:ext>
            </a:extLst>
          </p:cNvPr>
          <p:cNvSpPr txBox="1"/>
          <p:nvPr/>
        </p:nvSpPr>
        <p:spPr>
          <a:xfrm>
            <a:off x="818124" y="3007911"/>
            <a:ext cx="1017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has continuant part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0C95471-6CD6-2274-97A1-4AB25962EBD1}"/>
              </a:ext>
            </a:extLst>
          </p:cNvPr>
          <p:cNvSpPr txBox="1"/>
          <p:nvPr/>
        </p:nvSpPr>
        <p:spPr>
          <a:xfrm>
            <a:off x="824387" y="2378090"/>
            <a:ext cx="1017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has continuant part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3E05AED-8529-8C1D-6F43-AC8090618CC6}"/>
              </a:ext>
            </a:extLst>
          </p:cNvPr>
          <p:cNvCxnSpPr>
            <a:cxnSpLocks/>
            <a:stCxn id="47" idx="3"/>
            <a:endCxn id="36" idx="1"/>
          </p:cNvCxnSpPr>
          <p:nvPr/>
        </p:nvCxnSpPr>
        <p:spPr>
          <a:xfrm flipV="1">
            <a:off x="1400746" y="1500514"/>
            <a:ext cx="6906097" cy="6987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48279F6C-5C61-EFC5-83C3-F39A04AB4660}"/>
              </a:ext>
            </a:extLst>
          </p:cNvPr>
          <p:cNvSpPr txBox="1"/>
          <p:nvPr/>
        </p:nvSpPr>
        <p:spPr>
          <a:xfrm>
            <a:off x="5295335" y="1726767"/>
            <a:ext cx="10428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participates in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CFD50288-EBA9-9878-3229-7087AF53F1C2}"/>
              </a:ext>
            </a:extLst>
          </p:cNvPr>
          <p:cNvSpPr/>
          <p:nvPr/>
        </p:nvSpPr>
        <p:spPr>
          <a:xfrm>
            <a:off x="4373669" y="6147147"/>
            <a:ext cx="1528017" cy="32254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Person Identifier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53271582-2CEB-4C09-7F57-9CF2D8A1A10B}"/>
              </a:ext>
            </a:extLst>
          </p:cNvPr>
          <p:cNvSpPr/>
          <p:nvPr/>
        </p:nvSpPr>
        <p:spPr>
          <a:xfrm>
            <a:off x="137784" y="6147147"/>
            <a:ext cx="1528017" cy="32254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Person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562D621-9F8C-36D5-D7A1-340B82C0AFB6}"/>
              </a:ext>
            </a:extLst>
          </p:cNvPr>
          <p:cNvCxnSpPr>
            <a:cxnSpLocks/>
            <a:stCxn id="64" idx="0"/>
            <a:endCxn id="36" idx="1"/>
          </p:cNvCxnSpPr>
          <p:nvPr/>
        </p:nvCxnSpPr>
        <p:spPr>
          <a:xfrm flipV="1">
            <a:off x="901793" y="1500514"/>
            <a:ext cx="7405050" cy="46466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B33C3868-2EAB-768F-1E1D-91CE6009DED0}"/>
              </a:ext>
            </a:extLst>
          </p:cNvPr>
          <p:cNvSpPr txBox="1"/>
          <p:nvPr/>
        </p:nvSpPr>
        <p:spPr>
          <a:xfrm>
            <a:off x="646038" y="5549153"/>
            <a:ext cx="10428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participates in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BCBE984-0D6F-33EF-B132-82A7335922D4}"/>
              </a:ext>
            </a:extLst>
          </p:cNvPr>
          <p:cNvCxnSpPr>
            <a:cxnSpLocks/>
            <a:stCxn id="63" idx="1"/>
            <a:endCxn id="64" idx="3"/>
          </p:cNvCxnSpPr>
          <p:nvPr/>
        </p:nvCxnSpPr>
        <p:spPr>
          <a:xfrm flipH="1">
            <a:off x="1665801" y="6308420"/>
            <a:ext cx="27078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38D263D5-6D4D-4698-644D-F8CAC08A00F8}"/>
              </a:ext>
            </a:extLst>
          </p:cNvPr>
          <p:cNvSpPr/>
          <p:nvPr/>
        </p:nvSpPr>
        <p:spPr>
          <a:xfrm>
            <a:off x="6076768" y="6147147"/>
            <a:ext cx="1528017" cy="32254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Temporal interval Identifier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0F90C2D-6927-BC59-F77B-8250061D5A1A}"/>
              </a:ext>
            </a:extLst>
          </p:cNvPr>
          <p:cNvCxnSpPr>
            <a:cxnSpLocks/>
            <a:stCxn id="72" idx="3"/>
            <a:endCxn id="37" idx="2"/>
          </p:cNvCxnSpPr>
          <p:nvPr/>
        </p:nvCxnSpPr>
        <p:spPr>
          <a:xfrm flipV="1">
            <a:off x="7604785" y="1661786"/>
            <a:ext cx="4090270" cy="46466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BB7609FA-3D2B-5B75-23DD-25D547405ADA}"/>
              </a:ext>
            </a:extLst>
          </p:cNvPr>
          <p:cNvSpPr txBox="1"/>
          <p:nvPr/>
        </p:nvSpPr>
        <p:spPr>
          <a:xfrm>
            <a:off x="2667922" y="6062198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designates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20680BC-BDF2-88DF-913E-1B993503D511}"/>
              </a:ext>
            </a:extLst>
          </p:cNvPr>
          <p:cNvSpPr txBox="1"/>
          <p:nvPr/>
        </p:nvSpPr>
        <p:spPr>
          <a:xfrm>
            <a:off x="8683694" y="4047595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designates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E25D709-90D9-3B4E-61ED-F2CBBE50D734}"/>
              </a:ext>
            </a:extLst>
          </p:cNvPr>
          <p:cNvSpPr txBox="1"/>
          <p:nvPr/>
        </p:nvSpPr>
        <p:spPr>
          <a:xfrm>
            <a:off x="4612709" y="5782903"/>
            <a:ext cx="115746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 err="1">
                <a:solidFill>
                  <a:srgbClr val="000000"/>
                </a:solidFill>
                <a:highlight>
                  <a:srgbClr val="00FF00"/>
                </a:highlight>
                <a:latin typeface="Aptos Narrow" panose="020B0004020202020204" pitchFamily="34" charset="0"/>
              </a:rPr>
              <a:t>SerialNumber</a:t>
            </a:r>
            <a:endParaRPr lang="en-US" sz="800" dirty="0">
              <a:highlight>
                <a:srgbClr val="00FF00"/>
              </a:highlight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E48D448-2036-FC21-79BA-7DEA69EC4686}"/>
              </a:ext>
            </a:extLst>
          </p:cNvPr>
          <p:cNvSpPr txBox="1"/>
          <p:nvPr/>
        </p:nvSpPr>
        <p:spPr>
          <a:xfrm>
            <a:off x="6301561" y="5782903"/>
            <a:ext cx="115746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rgbClr val="000000"/>
                </a:solidFill>
                <a:highlight>
                  <a:srgbClr val="00FF00"/>
                </a:highlight>
                <a:latin typeface="Aptos Narrow" panose="020B0004020202020204" pitchFamily="34" charset="0"/>
              </a:rPr>
              <a:t>Material</a:t>
            </a:r>
            <a:endParaRPr lang="en-US" sz="800" dirty="0">
              <a:highlight>
                <a:srgbClr val="00FF00"/>
              </a:highlight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701EA0B-5296-6200-1F20-E00F619E9C83}"/>
              </a:ext>
            </a:extLst>
          </p:cNvPr>
          <p:cNvSpPr txBox="1"/>
          <p:nvPr/>
        </p:nvSpPr>
        <p:spPr>
          <a:xfrm>
            <a:off x="6262042" y="6457220"/>
            <a:ext cx="115746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 err="1">
                <a:solidFill>
                  <a:srgbClr val="000000"/>
                </a:solidFill>
                <a:highlight>
                  <a:srgbClr val="00FF00"/>
                </a:highlight>
                <a:latin typeface="Aptos Narrow" panose="020B0004020202020204" pitchFamily="34" charset="0"/>
              </a:rPr>
              <a:t>CreatedOn</a:t>
            </a:r>
            <a:endParaRPr lang="en-US" sz="800" dirty="0">
              <a:highlight>
                <a:srgbClr val="00FF00"/>
              </a:highlight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183A4D2-2C35-0F60-6953-64AAD5A7347F}"/>
              </a:ext>
            </a:extLst>
          </p:cNvPr>
          <p:cNvSpPr txBox="1"/>
          <p:nvPr/>
        </p:nvSpPr>
        <p:spPr>
          <a:xfrm>
            <a:off x="4558943" y="6445944"/>
            <a:ext cx="115746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 err="1">
                <a:solidFill>
                  <a:srgbClr val="000000"/>
                </a:solidFill>
                <a:highlight>
                  <a:srgbClr val="00FF00"/>
                </a:highlight>
                <a:latin typeface="Aptos Narrow" panose="020B0004020202020204" pitchFamily="34" charset="0"/>
              </a:rPr>
              <a:t>CreaBy</a:t>
            </a:r>
            <a:endParaRPr lang="en-US" sz="800" dirty="0">
              <a:highlight>
                <a:srgbClr val="00FF00"/>
              </a:highlight>
            </a:endParaRP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B8F4A305-51E7-894B-A2B5-5144540A5977}"/>
              </a:ext>
            </a:extLst>
          </p:cNvPr>
          <p:cNvSpPr/>
          <p:nvPr/>
        </p:nvSpPr>
        <p:spPr>
          <a:xfrm>
            <a:off x="8306842" y="2104636"/>
            <a:ext cx="1528017" cy="32254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Defect Recording Process</a:t>
            </a:r>
          </a:p>
        </p:txBody>
      </p:sp>
    </p:spTree>
    <p:extLst>
      <p:ext uri="{BB962C8B-B14F-4D97-AF65-F5344CB8AC3E}">
        <p14:creationId xmlns:p14="http://schemas.microsoft.com/office/powerpoint/2010/main" val="2910984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43B314A-0209-6F5E-871B-4ECFCC92008B}"/>
              </a:ext>
            </a:extLst>
          </p:cNvPr>
          <p:cNvSpPr/>
          <p:nvPr/>
        </p:nvSpPr>
        <p:spPr>
          <a:xfrm>
            <a:off x="167903" y="6213058"/>
            <a:ext cx="1396492" cy="32254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Organization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9DC45DF-59AB-8828-B9C1-CF7C86386BCB}"/>
              </a:ext>
            </a:extLst>
          </p:cNvPr>
          <p:cNvSpPr/>
          <p:nvPr/>
        </p:nvSpPr>
        <p:spPr>
          <a:xfrm>
            <a:off x="2102444" y="5426902"/>
            <a:ext cx="1396492" cy="32254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Supplier Role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8749DB7-B3BC-9D04-04FE-8630E6C095E3}"/>
              </a:ext>
            </a:extLst>
          </p:cNvPr>
          <p:cNvSpPr/>
          <p:nvPr/>
        </p:nvSpPr>
        <p:spPr>
          <a:xfrm>
            <a:off x="4373671" y="6240774"/>
            <a:ext cx="1528017" cy="32254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Organization Identifier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D6AB8CE-E0D2-96F8-A1C1-56EE0B847F81}"/>
              </a:ext>
            </a:extLst>
          </p:cNvPr>
          <p:cNvCxnSpPr>
            <a:cxnSpLocks/>
            <a:stCxn id="25" idx="1"/>
            <a:endCxn id="8" idx="3"/>
          </p:cNvCxnSpPr>
          <p:nvPr/>
        </p:nvCxnSpPr>
        <p:spPr>
          <a:xfrm flipH="1" flipV="1">
            <a:off x="1564395" y="6374331"/>
            <a:ext cx="2809276" cy="277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EC671D4-45C3-D991-DA6B-12EA9E108371}"/>
              </a:ext>
            </a:extLst>
          </p:cNvPr>
          <p:cNvCxnSpPr>
            <a:cxnSpLocks/>
            <a:stCxn id="8" idx="0"/>
            <a:endCxn id="9" idx="1"/>
          </p:cNvCxnSpPr>
          <p:nvPr/>
        </p:nvCxnSpPr>
        <p:spPr>
          <a:xfrm flipV="1">
            <a:off x="866149" y="5588175"/>
            <a:ext cx="1236295" cy="6248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ADF1CF5-B309-391F-D687-A1BF88CC067A}"/>
              </a:ext>
            </a:extLst>
          </p:cNvPr>
          <p:cNvSpPr txBox="1"/>
          <p:nvPr/>
        </p:nvSpPr>
        <p:spPr>
          <a:xfrm>
            <a:off x="2576627" y="5941114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designates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D42F80C-D33D-FE4F-037C-A9CA9ED0AFAB}"/>
              </a:ext>
            </a:extLst>
          </p:cNvPr>
          <p:cNvSpPr txBox="1"/>
          <p:nvPr/>
        </p:nvSpPr>
        <p:spPr>
          <a:xfrm>
            <a:off x="931141" y="5681330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has role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86D96B66-6185-C6E4-B327-4E862327852D}"/>
              </a:ext>
            </a:extLst>
          </p:cNvPr>
          <p:cNvSpPr/>
          <p:nvPr/>
        </p:nvSpPr>
        <p:spPr>
          <a:xfrm>
            <a:off x="402840" y="1210303"/>
            <a:ext cx="997905" cy="32254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Facility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8C1733-C882-DF32-BB7E-DA81F5FA4E2F}"/>
              </a:ext>
            </a:extLst>
          </p:cNvPr>
          <p:cNvSpPr txBox="1"/>
          <p:nvPr/>
        </p:nvSpPr>
        <p:spPr>
          <a:xfrm>
            <a:off x="1564187" y="0"/>
            <a:ext cx="60970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CreatedOn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,</a:t>
            </a:r>
            <a:r>
              <a:rPr lang="en-US" sz="1000" dirty="0">
                <a:effectLst/>
              </a:rPr>
              <a:t> 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CreaBy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,</a:t>
            </a:r>
            <a:r>
              <a:rPr lang="en-US" sz="1000" dirty="0">
                <a:effectLst/>
              </a:rPr>
              <a:t> 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highlight>
                  <a:srgbClr val="00FF00"/>
                </a:highlight>
                <a:latin typeface="Aptos Narrow" panose="020B0004020202020204" pitchFamily="34" charset="0"/>
              </a:rPr>
              <a:t>Plnt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,</a:t>
            </a:r>
            <a:r>
              <a:rPr lang="en-US" sz="1000" dirty="0">
                <a:effectLst/>
              </a:rPr>
              <a:t> 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Material,</a:t>
            </a:r>
            <a:r>
              <a:rPr lang="en-US" sz="1000" dirty="0">
                <a:effectLst/>
              </a:rPr>
              <a:t> 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highlight>
                  <a:srgbClr val="00FF00"/>
                </a:highlight>
                <a:latin typeface="Aptos Narrow" panose="020B0004020202020204" pitchFamily="34" charset="0"/>
              </a:rPr>
              <a:t>SerialNumber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, 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Aptos Narrow" panose="020B0004020202020204" pitchFamily="34" charset="0"/>
              </a:rPr>
              <a:t>Vendor</a:t>
            </a:r>
            <a:endParaRPr lang="en-US" sz="1000" dirty="0">
              <a:highlight>
                <a:srgbClr val="00FF00"/>
              </a:highlight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92C9C59-1FCF-7C29-8766-896E7152ECBE}"/>
              </a:ext>
            </a:extLst>
          </p:cNvPr>
          <p:cNvSpPr/>
          <p:nvPr/>
        </p:nvSpPr>
        <p:spPr>
          <a:xfrm>
            <a:off x="137785" y="3429000"/>
            <a:ext cx="1528017" cy="32254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Circuit Card Assembly Product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5E4CAC3-3F60-B37B-8EEC-6D5B769AEB3C}"/>
              </a:ext>
            </a:extLst>
          </p:cNvPr>
          <p:cNvSpPr/>
          <p:nvPr/>
        </p:nvSpPr>
        <p:spPr>
          <a:xfrm>
            <a:off x="4373671" y="5687541"/>
            <a:ext cx="1528017" cy="32254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Circuit Card Assembly Product Identifier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E85C5F4-E32A-D6BC-7933-3344005F9E59}"/>
              </a:ext>
            </a:extLst>
          </p:cNvPr>
          <p:cNvCxnSpPr>
            <a:cxnSpLocks/>
            <a:stCxn id="10" idx="1"/>
            <a:endCxn id="7" idx="2"/>
          </p:cNvCxnSpPr>
          <p:nvPr/>
        </p:nvCxnSpPr>
        <p:spPr>
          <a:xfrm flipH="1" flipV="1">
            <a:off x="901794" y="3751545"/>
            <a:ext cx="3471877" cy="20972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DB3B270-1015-37D7-AE00-D8A359B37713}"/>
              </a:ext>
            </a:extLst>
          </p:cNvPr>
          <p:cNvSpPr txBox="1"/>
          <p:nvPr/>
        </p:nvSpPr>
        <p:spPr>
          <a:xfrm>
            <a:off x="2237943" y="4435028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designates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7913221-21E5-D484-A335-9D40A0526AAB}"/>
              </a:ext>
            </a:extLst>
          </p:cNvPr>
          <p:cNvSpPr/>
          <p:nvPr/>
        </p:nvSpPr>
        <p:spPr>
          <a:xfrm>
            <a:off x="8306843" y="1339241"/>
            <a:ext cx="1528017" cy="32254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Defect Discovery Process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06F003C-DC16-3BCF-7D7F-38B29D1150FA}"/>
              </a:ext>
            </a:extLst>
          </p:cNvPr>
          <p:cNvSpPr/>
          <p:nvPr/>
        </p:nvSpPr>
        <p:spPr>
          <a:xfrm>
            <a:off x="203547" y="2755851"/>
            <a:ext cx="1399506" cy="318848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Circuit Card Assembly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1805D9B-5C19-0173-1A37-444AEEDB48D2}"/>
              </a:ext>
            </a:extLst>
          </p:cNvPr>
          <p:cNvSpPr/>
          <p:nvPr/>
        </p:nvSpPr>
        <p:spPr>
          <a:xfrm>
            <a:off x="402840" y="2025445"/>
            <a:ext cx="997906" cy="318848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Electronic Component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56FFD5-49E2-A8BB-5E3F-3E01DE25BB97}"/>
              </a:ext>
            </a:extLst>
          </p:cNvPr>
          <p:cNvSpPr txBox="1"/>
          <p:nvPr/>
        </p:nvSpPr>
        <p:spPr>
          <a:xfrm>
            <a:off x="824387" y="3074819"/>
            <a:ext cx="1017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has continuant part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F03341-D3A0-18EE-C8B0-F0056BCC2902}"/>
              </a:ext>
            </a:extLst>
          </p:cNvPr>
          <p:cNvSpPr txBox="1"/>
          <p:nvPr/>
        </p:nvSpPr>
        <p:spPr>
          <a:xfrm>
            <a:off x="824387" y="2387031"/>
            <a:ext cx="1017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has continuant part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122FA9D-3A12-36B7-2C01-B20DBC270349}"/>
              </a:ext>
            </a:extLst>
          </p:cNvPr>
          <p:cNvCxnSpPr>
            <a:cxnSpLocks/>
            <a:stCxn id="15" idx="3"/>
            <a:endCxn id="13" idx="1"/>
          </p:cNvCxnSpPr>
          <p:nvPr/>
        </p:nvCxnSpPr>
        <p:spPr>
          <a:xfrm flipV="1">
            <a:off x="1400746" y="1500514"/>
            <a:ext cx="6906097" cy="6843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CE553B1-C5BD-D1F3-2983-240CA128B05A}"/>
              </a:ext>
            </a:extLst>
          </p:cNvPr>
          <p:cNvSpPr txBox="1"/>
          <p:nvPr/>
        </p:nvSpPr>
        <p:spPr>
          <a:xfrm>
            <a:off x="5295335" y="1726767"/>
            <a:ext cx="10428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participates in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C692E0C-FF90-AEBA-0A79-F6F248604186}"/>
              </a:ext>
            </a:extLst>
          </p:cNvPr>
          <p:cNvCxnSpPr>
            <a:cxnSpLocks/>
            <a:stCxn id="14" idx="0"/>
            <a:endCxn id="15" idx="2"/>
          </p:cNvCxnSpPr>
          <p:nvPr/>
        </p:nvCxnSpPr>
        <p:spPr>
          <a:xfrm flipH="1" flipV="1">
            <a:off x="901793" y="2344293"/>
            <a:ext cx="1507" cy="4115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FE5C5A23-33A9-4DF6-9D20-C4EE5F426D35}"/>
              </a:ext>
            </a:extLst>
          </p:cNvPr>
          <p:cNvCxnSpPr>
            <a:cxnSpLocks/>
            <a:stCxn id="13" idx="1"/>
            <a:endCxn id="83" idx="3"/>
          </p:cNvCxnSpPr>
          <p:nvPr/>
        </p:nvCxnSpPr>
        <p:spPr>
          <a:xfrm flipH="1" flipV="1">
            <a:off x="1400745" y="1371576"/>
            <a:ext cx="6906098" cy="1289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EB26703-1810-B855-2E32-EA66E843F23C}"/>
              </a:ext>
            </a:extLst>
          </p:cNvPr>
          <p:cNvSpPr txBox="1"/>
          <p:nvPr/>
        </p:nvSpPr>
        <p:spPr>
          <a:xfrm>
            <a:off x="4612710" y="5997614"/>
            <a:ext cx="115746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 err="1">
                <a:solidFill>
                  <a:srgbClr val="000000"/>
                </a:solidFill>
                <a:highlight>
                  <a:srgbClr val="00FF00"/>
                </a:highlight>
                <a:latin typeface="Aptos Narrow" panose="020B0004020202020204" pitchFamily="34" charset="0"/>
              </a:rPr>
              <a:t>SerialNumber</a:t>
            </a:r>
            <a:endParaRPr lang="en-US" sz="800" dirty="0">
              <a:highlight>
                <a:srgbClr val="00FF00"/>
              </a:highligh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EF76CD-772E-20EB-F55C-73243B527C79}"/>
              </a:ext>
            </a:extLst>
          </p:cNvPr>
          <p:cNvSpPr txBox="1"/>
          <p:nvPr/>
        </p:nvSpPr>
        <p:spPr>
          <a:xfrm>
            <a:off x="4612709" y="6545958"/>
            <a:ext cx="115746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>
                <a:solidFill>
                  <a:srgbClr val="000000"/>
                </a:solidFill>
                <a:highlight>
                  <a:srgbClr val="00FF00"/>
                </a:highlight>
                <a:latin typeface="Aptos Narrow" panose="020B0004020202020204" pitchFamily="34" charset="0"/>
              </a:rPr>
              <a:t>Vendor</a:t>
            </a:r>
            <a:endParaRPr lang="en-US" sz="800" dirty="0">
              <a:highlight>
                <a:srgbClr val="00FF00"/>
              </a:highlight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9AACC03-64CE-5C85-7B2E-18A6B1E43665}"/>
              </a:ext>
            </a:extLst>
          </p:cNvPr>
          <p:cNvCxnSpPr>
            <a:cxnSpLocks/>
            <a:stCxn id="7" idx="0"/>
            <a:endCxn id="14" idx="2"/>
          </p:cNvCxnSpPr>
          <p:nvPr/>
        </p:nvCxnSpPr>
        <p:spPr>
          <a:xfrm flipV="1">
            <a:off x="901794" y="3074699"/>
            <a:ext cx="1506" cy="3543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1A894970-C538-0423-13CB-632CB6DBCB4F}"/>
              </a:ext>
            </a:extLst>
          </p:cNvPr>
          <p:cNvSpPr txBox="1"/>
          <p:nvPr/>
        </p:nvSpPr>
        <p:spPr>
          <a:xfrm>
            <a:off x="4429162" y="1389837"/>
            <a:ext cx="10428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occurs in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2B55A0EA-23C5-FB27-60E7-608948A4EB6E}"/>
              </a:ext>
            </a:extLst>
          </p:cNvPr>
          <p:cNvSpPr/>
          <p:nvPr/>
        </p:nvSpPr>
        <p:spPr>
          <a:xfrm>
            <a:off x="6614932" y="5325152"/>
            <a:ext cx="1146422" cy="263024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Facility Identifier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E2BF4C9-BABD-F654-074C-8BFC272724CC}"/>
              </a:ext>
            </a:extLst>
          </p:cNvPr>
          <p:cNvCxnSpPr>
            <a:cxnSpLocks/>
            <a:stCxn id="48" idx="1"/>
            <a:endCxn id="83" idx="3"/>
          </p:cNvCxnSpPr>
          <p:nvPr/>
        </p:nvCxnSpPr>
        <p:spPr>
          <a:xfrm flipH="1" flipV="1">
            <a:off x="1400745" y="1371576"/>
            <a:ext cx="5214187" cy="40850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8E6D6193-9ED3-E6B1-7E34-4043C0D78FAC}"/>
              </a:ext>
            </a:extLst>
          </p:cNvPr>
          <p:cNvSpPr txBox="1"/>
          <p:nvPr/>
        </p:nvSpPr>
        <p:spPr>
          <a:xfrm>
            <a:off x="4853794" y="3939246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156082"/>
                </a:solidFill>
              </a:rPr>
              <a:t>designates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F6187A-76C0-3BD7-F678-46AD23277FEB}"/>
              </a:ext>
            </a:extLst>
          </p:cNvPr>
          <p:cNvSpPr txBox="1"/>
          <p:nvPr/>
        </p:nvSpPr>
        <p:spPr>
          <a:xfrm>
            <a:off x="6644898" y="5570991"/>
            <a:ext cx="115746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 err="1">
                <a:solidFill>
                  <a:srgbClr val="000000"/>
                </a:solidFill>
                <a:highlight>
                  <a:srgbClr val="00FF00"/>
                </a:highlight>
                <a:latin typeface="Aptos Narrow" panose="020B0004020202020204" pitchFamily="34" charset="0"/>
              </a:rPr>
              <a:t>Plnt</a:t>
            </a:r>
            <a:endParaRPr lang="en-US" sz="800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68077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EF2958-FEC3-9CBE-2F4F-77DB76CF40A2}"/>
              </a:ext>
            </a:extLst>
          </p:cNvPr>
          <p:cNvSpPr txBox="1"/>
          <p:nvPr/>
        </p:nvSpPr>
        <p:spPr>
          <a:xfrm>
            <a:off x="1580902" y="0"/>
            <a:ext cx="104903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highlight>
                  <a:srgbClr val="00FF00"/>
                </a:highlight>
              </a:rPr>
              <a:t>CausdByIPT</a:t>
            </a:r>
            <a:r>
              <a:rPr lang="en-US" sz="1000" dirty="0"/>
              <a:t>, </a:t>
            </a:r>
            <a:r>
              <a:rPr lang="en-US" sz="1000" dirty="0" err="1">
                <a:highlight>
                  <a:srgbClr val="00FF00"/>
                </a:highlight>
              </a:rPr>
              <a:t>CausByWC</a:t>
            </a:r>
            <a:r>
              <a:rPr lang="en-US" sz="1000" dirty="0"/>
              <a:t>, </a:t>
            </a:r>
            <a:r>
              <a:rPr lang="en-US" sz="1000" dirty="0" err="1"/>
              <a:t>CreatTime,Changed</a:t>
            </a:r>
            <a:r>
              <a:rPr lang="en-US" sz="1000" dirty="0"/>
              <a:t> on, Changed by, </a:t>
            </a:r>
            <a:r>
              <a:rPr lang="en-US" sz="1000" dirty="0" err="1"/>
              <a:t>ChngTime</a:t>
            </a:r>
            <a:r>
              <a:rPr lang="en-US" sz="1000" dirty="0"/>
              <a:t>, </a:t>
            </a:r>
            <a:r>
              <a:rPr lang="en-US" sz="1000" dirty="0" err="1"/>
              <a:t>CauseWCDescription</a:t>
            </a:r>
            <a:endParaRPr lang="en-US" sz="10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C819676-D733-8D9E-7E03-F9D604545319}"/>
              </a:ext>
            </a:extLst>
          </p:cNvPr>
          <p:cNvSpPr/>
          <p:nvPr/>
        </p:nvSpPr>
        <p:spPr>
          <a:xfrm>
            <a:off x="5023412" y="5328832"/>
            <a:ext cx="2181829" cy="215442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Integrated Product Team Identifier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D1BE408-413F-970A-E241-C5DF35986554}"/>
              </a:ext>
            </a:extLst>
          </p:cNvPr>
          <p:cNvSpPr/>
          <p:nvPr/>
        </p:nvSpPr>
        <p:spPr>
          <a:xfrm>
            <a:off x="104173" y="3765293"/>
            <a:ext cx="1574156" cy="193249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Integrated Product Team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1EBB0D-FCE2-14BF-FE9B-B8CC2E889BD2}"/>
              </a:ext>
            </a:extLst>
          </p:cNvPr>
          <p:cNvSpPr txBox="1"/>
          <p:nvPr/>
        </p:nvSpPr>
        <p:spPr>
          <a:xfrm>
            <a:off x="5631085" y="5544274"/>
            <a:ext cx="115746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 err="1">
                <a:highlight>
                  <a:srgbClr val="00FF00"/>
                </a:highlight>
              </a:rPr>
              <a:t>CausdByIPT</a:t>
            </a:r>
            <a:endParaRPr lang="en-US" sz="800" dirty="0">
              <a:highlight>
                <a:srgbClr val="00FF00"/>
              </a:highlight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4FBC280-650B-7A3B-06D9-7B25DA4BF26F}"/>
              </a:ext>
            </a:extLst>
          </p:cNvPr>
          <p:cNvCxnSpPr>
            <a:cxnSpLocks/>
            <a:stCxn id="5" idx="1"/>
            <a:endCxn id="6" idx="3"/>
          </p:cNvCxnSpPr>
          <p:nvPr/>
        </p:nvCxnSpPr>
        <p:spPr>
          <a:xfrm flipH="1" flipV="1">
            <a:off x="1678329" y="3861918"/>
            <a:ext cx="3345083" cy="15746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F2AA21D-22AF-1B28-A9E1-145C9C85830B}"/>
              </a:ext>
            </a:extLst>
          </p:cNvPr>
          <p:cNvSpPr txBox="1"/>
          <p:nvPr/>
        </p:nvSpPr>
        <p:spPr>
          <a:xfrm>
            <a:off x="3107438" y="4403014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70C0"/>
                </a:solidFill>
              </a:rPr>
              <a:t>designates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1421DCF-D0FB-8BE2-99BE-A95270632E10}"/>
              </a:ext>
            </a:extLst>
          </p:cNvPr>
          <p:cNvSpPr/>
          <p:nvPr/>
        </p:nvSpPr>
        <p:spPr>
          <a:xfrm>
            <a:off x="279722" y="4921240"/>
            <a:ext cx="1223058" cy="193249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Work Center Team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AE49CA9-6F70-096E-D97D-ECA1914A315A}"/>
              </a:ext>
            </a:extLst>
          </p:cNvPr>
          <p:cNvSpPr/>
          <p:nvPr/>
        </p:nvSpPr>
        <p:spPr>
          <a:xfrm>
            <a:off x="5025830" y="5975162"/>
            <a:ext cx="1762722" cy="215442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Work Center Team Identifier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3EAFC2-6DFC-E8E9-144C-FF09C4AC7C42}"/>
              </a:ext>
            </a:extLst>
          </p:cNvPr>
          <p:cNvSpPr txBox="1"/>
          <p:nvPr/>
        </p:nvSpPr>
        <p:spPr>
          <a:xfrm>
            <a:off x="5328457" y="6190604"/>
            <a:ext cx="115746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 err="1">
                <a:highlight>
                  <a:srgbClr val="00FF00"/>
                </a:highlight>
              </a:rPr>
              <a:t>CausByWC</a:t>
            </a:r>
            <a:endParaRPr lang="en-US" sz="800" dirty="0">
              <a:highlight>
                <a:srgbClr val="00FF00"/>
              </a:highlight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8499021-8977-5B5E-9D5D-3F170DB51786}"/>
              </a:ext>
            </a:extLst>
          </p:cNvPr>
          <p:cNvCxnSpPr>
            <a:cxnSpLocks/>
            <a:stCxn id="11" idx="1"/>
            <a:endCxn id="10" idx="3"/>
          </p:cNvCxnSpPr>
          <p:nvPr/>
        </p:nvCxnSpPr>
        <p:spPr>
          <a:xfrm flipH="1" flipV="1">
            <a:off x="1502780" y="5017865"/>
            <a:ext cx="3523050" cy="10650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B6082AC-50A8-A9D5-82A8-58D7C2801E1F}"/>
              </a:ext>
            </a:extLst>
          </p:cNvPr>
          <p:cNvSpPr txBox="1"/>
          <p:nvPr/>
        </p:nvSpPr>
        <p:spPr>
          <a:xfrm>
            <a:off x="3181202" y="5367303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70C0"/>
                </a:solidFill>
              </a:rPr>
              <a:t>designates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2ADB36F-A6D9-6C3A-B304-AF25C6A3F293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>
            <a:off x="891251" y="3958542"/>
            <a:ext cx="0" cy="9626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0442E79-4866-0236-5BEA-FF944C6F8128}"/>
              </a:ext>
            </a:extLst>
          </p:cNvPr>
          <p:cNvSpPr txBox="1"/>
          <p:nvPr/>
        </p:nvSpPr>
        <p:spPr>
          <a:xfrm>
            <a:off x="815915" y="4114580"/>
            <a:ext cx="8204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70C0"/>
                </a:solidFill>
              </a:rPr>
              <a:t>has continuant part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F958093-24B7-60F6-48FB-A55BBCDC3FF9}"/>
              </a:ext>
            </a:extLst>
          </p:cNvPr>
          <p:cNvSpPr/>
          <p:nvPr/>
        </p:nvSpPr>
        <p:spPr>
          <a:xfrm>
            <a:off x="8615547" y="1416708"/>
            <a:ext cx="1241849" cy="340839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Defect Causation Process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F047023-24A6-88FF-B5F8-95C99E4F6CB9}"/>
              </a:ext>
            </a:extLst>
          </p:cNvPr>
          <p:cNvCxnSpPr>
            <a:cxnSpLocks/>
            <a:stCxn id="17" idx="1"/>
            <a:endCxn id="6" idx="0"/>
          </p:cNvCxnSpPr>
          <p:nvPr/>
        </p:nvCxnSpPr>
        <p:spPr>
          <a:xfrm flipH="1">
            <a:off x="891251" y="1587128"/>
            <a:ext cx="7724296" cy="21781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ADE9CD9-9D09-90D8-6C4F-C3C5FEEEAB69}"/>
              </a:ext>
            </a:extLst>
          </p:cNvPr>
          <p:cNvCxnSpPr>
            <a:cxnSpLocks/>
            <a:stCxn id="17" idx="1"/>
            <a:endCxn id="10" idx="0"/>
          </p:cNvCxnSpPr>
          <p:nvPr/>
        </p:nvCxnSpPr>
        <p:spPr>
          <a:xfrm flipH="1">
            <a:off x="891251" y="1587128"/>
            <a:ext cx="7724296" cy="33341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9548BE0-9455-5D76-03D8-00F4B2F31164}"/>
              </a:ext>
            </a:extLst>
          </p:cNvPr>
          <p:cNvSpPr txBox="1"/>
          <p:nvPr/>
        </p:nvSpPr>
        <p:spPr>
          <a:xfrm>
            <a:off x="4792163" y="2198163"/>
            <a:ext cx="10725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70C0"/>
                </a:solidFill>
              </a:rPr>
              <a:t>has participant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727EA3-FEB4-2988-78A0-74B36ACD87B0}"/>
              </a:ext>
            </a:extLst>
          </p:cNvPr>
          <p:cNvSpPr txBox="1"/>
          <p:nvPr/>
        </p:nvSpPr>
        <p:spPr>
          <a:xfrm>
            <a:off x="6365251" y="2444384"/>
            <a:ext cx="10725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70C0"/>
                </a:solidFill>
              </a:rPr>
              <a:t>has participant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F95E544-A94C-CE97-122B-0A2ADC414FCB}"/>
              </a:ext>
            </a:extLst>
          </p:cNvPr>
          <p:cNvSpPr/>
          <p:nvPr/>
        </p:nvSpPr>
        <p:spPr>
          <a:xfrm>
            <a:off x="2866562" y="1565918"/>
            <a:ext cx="629280" cy="191629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Defect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9623814-084F-A516-771D-DB33912F94C4}"/>
              </a:ext>
            </a:extLst>
          </p:cNvPr>
          <p:cNvCxnSpPr>
            <a:cxnSpLocks/>
            <a:stCxn id="17" idx="1"/>
            <a:endCxn id="26" idx="3"/>
          </p:cNvCxnSpPr>
          <p:nvPr/>
        </p:nvCxnSpPr>
        <p:spPr>
          <a:xfrm flipH="1">
            <a:off x="3495842" y="1587128"/>
            <a:ext cx="5119705" cy="746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D7D68B5-6E05-FC69-F299-D9386A5A9E3D}"/>
              </a:ext>
            </a:extLst>
          </p:cNvPr>
          <p:cNvSpPr txBox="1"/>
          <p:nvPr/>
        </p:nvSpPr>
        <p:spPr>
          <a:xfrm>
            <a:off x="5295012" y="1389026"/>
            <a:ext cx="10725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70C0"/>
                </a:solidFill>
              </a:rPr>
              <a:t>has output</a:t>
            </a:r>
          </a:p>
        </p:txBody>
      </p:sp>
    </p:spTree>
    <p:extLst>
      <p:ext uri="{BB962C8B-B14F-4D97-AF65-F5344CB8AC3E}">
        <p14:creationId xmlns:p14="http://schemas.microsoft.com/office/powerpoint/2010/main" val="1426095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3563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89243F-56DB-CFED-5F37-40B8D92B02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1525"/>
          <a:stretch>
            <a:fillRect/>
          </a:stretch>
        </p:blipFill>
        <p:spPr>
          <a:xfrm>
            <a:off x="1697278" y="1"/>
            <a:ext cx="7797451" cy="32086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A89EC97-4F83-C26C-FC45-4CFD818CE69C}"/>
              </a:ext>
            </a:extLst>
          </p:cNvPr>
          <p:cNvSpPr/>
          <p:nvPr/>
        </p:nvSpPr>
        <p:spPr>
          <a:xfrm>
            <a:off x="4916466" y="5455085"/>
            <a:ext cx="1626296" cy="18789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 Identifier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08A69FC-CB5A-DA1B-69A9-2539552F4274}"/>
              </a:ext>
            </a:extLst>
          </p:cNvPr>
          <p:cNvSpPr/>
          <p:nvPr/>
        </p:nvSpPr>
        <p:spPr>
          <a:xfrm>
            <a:off x="4653941" y="5956765"/>
            <a:ext cx="1994770" cy="18789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Maintenance Process Identifier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34CD8EC-3068-1703-BF87-3B42088C6106}"/>
              </a:ext>
            </a:extLst>
          </p:cNvPr>
          <p:cNvSpPr/>
          <p:nvPr/>
        </p:nvSpPr>
        <p:spPr>
          <a:xfrm>
            <a:off x="6542762" y="6364500"/>
            <a:ext cx="1103334" cy="18789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Defect Identifier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EA94268-F728-7764-1A27-5D27C22297BB}"/>
              </a:ext>
            </a:extLst>
          </p:cNvPr>
          <p:cNvSpPr/>
          <p:nvPr/>
        </p:nvSpPr>
        <p:spPr>
          <a:xfrm>
            <a:off x="2686833" y="1611682"/>
            <a:ext cx="638828" cy="17954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Defect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7361947-C4F5-C456-1350-A5BF884AB08E}"/>
              </a:ext>
            </a:extLst>
          </p:cNvPr>
          <p:cNvSpPr/>
          <p:nvPr/>
        </p:nvSpPr>
        <p:spPr>
          <a:xfrm>
            <a:off x="5776586" y="1521912"/>
            <a:ext cx="1576192" cy="17954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X Coordinate of Defect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0CB2F40-2E4A-B91C-C796-36AF7A775E36}"/>
              </a:ext>
            </a:extLst>
          </p:cNvPr>
          <p:cNvSpPr/>
          <p:nvPr/>
        </p:nvSpPr>
        <p:spPr>
          <a:xfrm>
            <a:off x="5421682" y="3739338"/>
            <a:ext cx="2137776" cy="17954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 Part Specification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8411482-7B59-4097-E97A-DC99124D41C8}"/>
              </a:ext>
            </a:extLst>
          </p:cNvPr>
          <p:cNvSpPr/>
          <p:nvPr/>
        </p:nvSpPr>
        <p:spPr>
          <a:xfrm>
            <a:off x="8555275" y="4355201"/>
            <a:ext cx="1486423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Inspection Process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62D3A37-6155-7AD8-03D2-C277FD4E79F5}"/>
              </a:ext>
            </a:extLst>
          </p:cNvPr>
          <p:cNvSpPr/>
          <p:nvPr/>
        </p:nvSpPr>
        <p:spPr>
          <a:xfrm>
            <a:off x="8555274" y="4933486"/>
            <a:ext cx="1486423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Maintenance Process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6B2E805-07BC-DE30-33AF-D9678E91C34F}"/>
              </a:ext>
            </a:extLst>
          </p:cNvPr>
          <p:cNvSpPr/>
          <p:nvPr/>
        </p:nvSpPr>
        <p:spPr>
          <a:xfrm>
            <a:off x="250520" y="4438548"/>
            <a:ext cx="1118990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EE0A3AB-0625-E221-FE8B-386ED5C4D454}"/>
              </a:ext>
            </a:extLst>
          </p:cNvPr>
          <p:cNvSpPr/>
          <p:nvPr/>
        </p:nvSpPr>
        <p:spPr>
          <a:xfrm>
            <a:off x="250520" y="5016833"/>
            <a:ext cx="1118990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Turbine Blade</a:t>
            </a:r>
          </a:p>
        </p:txBody>
      </p:sp>
    </p:spTree>
    <p:extLst>
      <p:ext uri="{BB962C8B-B14F-4D97-AF65-F5344CB8AC3E}">
        <p14:creationId xmlns:p14="http://schemas.microsoft.com/office/powerpoint/2010/main" val="2840656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8911A-DB8A-C940-E569-B7F7D2DD5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08EEEB-41BF-150E-F0D5-EEBE03740E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1525"/>
          <a:stretch>
            <a:fillRect/>
          </a:stretch>
        </p:blipFill>
        <p:spPr>
          <a:xfrm>
            <a:off x="1697278" y="1"/>
            <a:ext cx="7797451" cy="32086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FE4D6D1-10BB-A7D7-DBD0-FC3C07B3388C}"/>
              </a:ext>
            </a:extLst>
          </p:cNvPr>
          <p:cNvSpPr/>
          <p:nvPr/>
        </p:nvSpPr>
        <p:spPr>
          <a:xfrm>
            <a:off x="4916466" y="5455085"/>
            <a:ext cx="1626296" cy="18789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 Identifier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526BE12-8687-1CE5-6786-ED70D3DACD4E}"/>
              </a:ext>
            </a:extLst>
          </p:cNvPr>
          <p:cNvSpPr/>
          <p:nvPr/>
        </p:nvSpPr>
        <p:spPr>
          <a:xfrm>
            <a:off x="4653941" y="5956765"/>
            <a:ext cx="1994770" cy="18789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Maintenance Process Identifier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7D251B1-1CC0-4550-AB48-EA0F3CF79497}"/>
              </a:ext>
            </a:extLst>
          </p:cNvPr>
          <p:cNvSpPr/>
          <p:nvPr/>
        </p:nvSpPr>
        <p:spPr>
          <a:xfrm>
            <a:off x="6542762" y="6364500"/>
            <a:ext cx="1103334" cy="18789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Defect Identifier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16FAAB2-FB06-C837-AD7E-A9697528F115}"/>
              </a:ext>
            </a:extLst>
          </p:cNvPr>
          <p:cNvSpPr/>
          <p:nvPr/>
        </p:nvSpPr>
        <p:spPr>
          <a:xfrm>
            <a:off x="2430050" y="2248262"/>
            <a:ext cx="638828" cy="17954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Defect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ABBC29D-EEDE-89B5-C507-E0F01B1E7CA5}"/>
              </a:ext>
            </a:extLst>
          </p:cNvPr>
          <p:cNvSpPr/>
          <p:nvPr/>
        </p:nvSpPr>
        <p:spPr>
          <a:xfrm>
            <a:off x="5776586" y="1521912"/>
            <a:ext cx="1576192" cy="17954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X Coordinate of Defect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C47551A-4D0B-525B-B432-2C95DC18FBEF}"/>
              </a:ext>
            </a:extLst>
          </p:cNvPr>
          <p:cNvSpPr/>
          <p:nvPr/>
        </p:nvSpPr>
        <p:spPr>
          <a:xfrm>
            <a:off x="5421682" y="3739338"/>
            <a:ext cx="2137776" cy="17954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 Part Specification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262466C-D97B-3AEB-EDAF-163F335FFA92}"/>
              </a:ext>
            </a:extLst>
          </p:cNvPr>
          <p:cNvSpPr/>
          <p:nvPr/>
        </p:nvSpPr>
        <p:spPr>
          <a:xfrm>
            <a:off x="8555275" y="4355201"/>
            <a:ext cx="1486423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Inspection Process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CDA4712-D5CB-F8A0-B442-A59D97B3891F}"/>
              </a:ext>
            </a:extLst>
          </p:cNvPr>
          <p:cNvSpPr/>
          <p:nvPr/>
        </p:nvSpPr>
        <p:spPr>
          <a:xfrm>
            <a:off x="8555274" y="4933486"/>
            <a:ext cx="1486423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Maintenance Process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D641B6C-7462-C63A-E0F2-369A5B353CBE}"/>
              </a:ext>
            </a:extLst>
          </p:cNvPr>
          <p:cNvSpPr/>
          <p:nvPr/>
        </p:nvSpPr>
        <p:spPr>
          <a:xfrm>
            <a:off x="250520" y="4438548"/>
            <a:ext cx="1118990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82FD141-CB9B-CC0E-5CE6-FC901D0419C5}"/>
              </a:ext>
            </a:extLst>
          </p:cNvPr>
          <p:cNvSpPr/>
          <p:nvPr/>
        </p:nvSpPr>
        <p:spPr>
          <a:xfrm>
            <a:off x="250520" y="5016833"/>
            <a:ext cx="1118990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Turbine Blade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322C770-B87C-287C-BF02-27F5410007D0}"/>
              </a:ext>
            </a:extLst>
          </p:cNvPr>
          <p:cNvCxnSpPr>
            <a:cxnSpLocks/>
          </p:cNvCxnSpPr>
          <p:nvPr/>
        </p:nvCxnSpPr>
        <p:spPr>
          <a:xfrm>
            <a:off x="2054268" y="320863"/>
            <a:ext cx="3526077" cy="51342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E86EB90-027F-93DF-1E8E-CB5BF6AC7B83}"/>
              </a:ext>
            </a:extLst>
          </p:cNvPr>
          <p:cNvCxnSpPr>
            <a:cxnSpLocks/>
          </p:cNvCxnSpPr>
          <p:nvPr/>
        </p:nvCxnSpPr>
        <p:spPr>
          <a:xfrm>
            <a:off x="3363238" y="160432"/>
            <a:ext cx="2989545" cy="57963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53D9D5E-87BF-2117-7B11-0C9451C8F1BE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6564682" y="250521"/>
            <a:ext cx="529747" cy="12713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57CDADF-44E2-FF53-10A0-35ADECE34DD3}"/>
              </a:ext>
            </a:extLst>
          </p:cNvPr>
          <p:cNvCxnSpPr>
            <a:cxnSpLocks/>
          </p:cNvCxnSpPr>
          <p:nvPr/>
        </p:nvCxnSpPr>
        <p:spPr>
          <a:xfrm>
            <a:off x="4653941" y="160432"/>
            <a:ext cx="1836629" cy="35789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995A7A9-74C4-1CDA-4DCC-3E06C11A473B}"/>
              </a:ext>
            </a:extLst>
          </p:cNvPr>
          <p:cNvCxnSpPr>
            <a:cxnSpLocks/>
          </p:cNvCxnSpPr>
          <p:nvPr/>
        </p:nvCxnSpPr>
        <p:spPr>
          <a:xfrm flipH="1">
            <a:off x="7120524" y="160432"/>
            <a:ext cx="1290703" cy="61276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4420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545BC-082C-1CF7-5EB3-8C5BEC531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E4FFDC-C575-548E-CCE8-2FC95B1FF8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1525"/>
          <a:stretch>
            <a:fillRect/>
          </a:stretch>
        </p:blipFill>
        <p:spPr>
          <a:xfrm>
            <a:off x="1697278" y="1"/>
            <a:ext cx="7797451" cy="32086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13056F1-BD28-5D7F-F56B-6932F971271E}"/>
              </a:ext>
            </a:extLst>
          </p:cNvPr>
          <p:cNvSpPr/>
          <p:nvPr/>
        </p:nvSpPr>
        <p:spPr>
          <a:xfrm>
            <a:off x="4916466" y="5455085"/>
            <a:ext cx="1626296" cy="18789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 Identifier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723D134-1246-48CA-AD04-1C8EA1EEDDA2}"/>
              </a:ext>
            </a:extLst>
          </p:cNvPr>
          <p:cNvSpPr/>
          <p:nvPr/>
        </p:nvSpPr>
        <p:spPr>
          <a:xfrm>
            <a:off x="4653941" y="5956765"/>
            <a:ext cx="1994770" cy="18789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Maintenance Process Identifier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8066191-9F39-FCCA-7761-57A1552EFBC0}"/>
              </a:ext>
            </a:extLst>
          </p:cNvPr>
          <p:cNvSpPr/>
          <p:nvPr/>
        </p:nvSpPr>
        <p:spPr>
          <a:xfrm>
            <a:off x="6736916" y="5455085"/>
            <a:ext cx="1103334" cy="18789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Defect Identifier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8236F76-FBBB-A48E-24F5-9B452CD8A777}"/>
              </a:ext>
            </a:extLst>
          </p:cNvPr>
          <p:cNvSpPr/>
          <p:nvPr/>
        </p:nvSpPr>
        <p:spPr>
          <a:xfrm>
            <a:off x="2662824" y="1636734"/>
            <a:ext cx="638828" cy="17954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Defect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9D37F40-EB9D-BC05-1667-0CA7B89082D4}"/>
              </a:ext>
            </a:extLst>
          </p:cNvPr>
          <p:cNvSpPr/>
          <p:nvPr/>
        </p:nvSpPr>
        <p:spPr>
          <a:xfrm>
            <a:off x="5776586" y="1521912"/>
            <a:ext cx="1576192" cy="17954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X Coordinate of Defect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E7637EA-8735-B06B-73A5-3F12A2B5E4B6}"/>
              </a:ext>
            </a:extLst>
          </p:cNvPr>
          <p:cNvSpPr/>
          <p:nvPr/>
        </p:nvSpPr>
        <p:spPr>
          <a:xfrm>
            <a:off x="5421682" y="3739338"/>
            <a:ext cx="2137776" cy="17954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 Part Specification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3EDE33C-C133-5825-75AC-C4EDCA721FC5}"/>
              </a:ext>
            </a:extLst>
          </p:cNvPr>
          <p:cNvSpPr/>
          <p:nvPr/>
        </p:nvSpPr>
        <p:spPr>
          <a:xfrm>
            <a:off x="8555275" y="4355201"/>
            <a:ext cx="1486423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Inspection Process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F66D153-A960-367D-FBDF-2523235EC92F}"/>
              </a:ext>
            </a:extLst>
          </p:cNvPr>
          <p:cNvSpPr/>
          <p:nvPr/>
        </p:nvSpPr>
        <p:spPr>
          <a:xfrm>
            <a:off x="8555274" y="5956765"/>
            <a:ext cx="1486423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Maintenance Process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D801965-C856-BCB2-B4C7-8EA437FED9BA}"/>
              </a:ext>
            </a:extLst>
          </p:cNvPr>
          <p:cNvSpPr/>
          <p:nvPr/>
        </p:nvSpPr>
        <p:spPr>
          <a:xfrm>
            <a:off x="250520" y="4438548"/>
            <a:ext cx="1118990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239626B-3102-257A-C5A3-FF185E6DFCAF}"/>
              </a:ext>
            </a:extLst>
          </p:cNvPr>
          <p:cNvSpPr/>
          <p:nvPr/>
        </p:nvSpPr>
        <p:spPr>
          <a:xfrm>
            <a:off x="250520" y="3362955"/>
            <a:ext cx="1118990" cy="166695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Turbine Blade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9118D0C-A06B-DB6B-C06E-62999D741205}"/>
              </a:ext>
            </a:extLst>
          </p:cNvPr>
          <p:cNvCxnSpPr>
            <a:cxnSpLocks/>
            <a:stCxn id="6" idx="1"/>
            <a:endCxn id="14" idx="3"/>
          </p:cNvCxnSpPr>
          <p:nvPr/>
        </p:nvCxnSpPr>
        <p:spPr>
          <a:xfrm flipH="1" flipV="1">
            <a:off x="1369510" y="4521896"/>
            <a:ext cx="3546956" cy="10271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BD7C039-C6F9-87F6-3314-DA6B8516D0CB}"/>
              </a:ext>
            </a:extLst>
          </p:cNvPr>
          <p:cNvCxnSpPr>
            <a:cxnSpLocks/>
            <a:stCxn id="14" idx="0"/>
            <a:endCxn id="15" idx="2"/>
          </p:cNvCxnSpPr>
          <p:nvPr/>
        </p:nvCxnSpPr>
        <p:spPr>
          <a:xfrm flipV="1">
            <a:off x="810015" y="3529650"/>
            <a:ext cx="0" cy="9088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B5950E3-DA1C-E615-2ADC-C821F5ED4820}"/>
              </a:ext>
            </a:extLst>
          </p:cNvPr>
          <p:cNvSpPr/>
          <p:nvPr/>
        </p:nvSpPr>
        <p:spPr>
          <a:xfrm>
            <a:off x="2125249" y="2357864"/>
            <a:ext cx="1713978" cy="179540"/>
          </a:xfrm>
          <a:prstGeom prst="roundRect">
            <a:avLst/>
          </a:prstGeom>
          <a:solidFill>
            <a:srgbClr val="FFC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Thermal Barrier Coating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EFD6FF6-AD21-75CE-92FF-7EB5656E3D4C}"/>
              </a:ext>
            </a:extLst>
          </p:cNvPr>
          <p:cNvCxnSpPr>
            <a:cxnSpLocks/>
            <a:stCxn id="15" idx="0"/>
            <a:endCxn id="17" idx="2"/>
          </p:cNvCxnSpPr>
          <p:nvPr/>
        </p:nvCxnSpPr>
        <p:spPr>
          <a:xfrm flipV="1">
            <a:off x="810015" y="2537404"/>
            <a:ext cx="2172223" cy="8255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26D9E17-816A-11E1-2F74-0488D20D97AE}"/>
              </a:ext>
            </a:extLst>
          </p:cNvPr>
          <p:cNvCxnSpPr>
            <a:cxnSpLocks/>
            <a:stCxn id="10" idx="1"/>
            <a:endCxn id="17" idx="3"/>
          </p:cNvCxnSpPr>
          <p:nvPr/>
        </p:nvCxnSpPr>
        <p:spPr>
          <a:xfrm flipH="1">
            <a:off x="3839227" y="1611682"/>
            <a:ext cx="1937359" cy="835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D138837-9E87-2ABF-B35D-1712756DE6A1}"/>
              </a:ext>
            </a:extLst>
          </p:cNvPr>
          <p:cNvCxnSpPr>
            <a:cxnSpLocks/>
            <a:stCxn id="17" idx="0"/>
            <a:endCxn id="9" idx="2"/>
          </p:cNvCxnSpPr>
          <p:nvPr/>
        </p:nvCxnSpPr>
        <p:spPr>
          <a:xfrm flipV="1">
            <a:off x="2982238" y="1816274"/>
            <a:ext cx="0" cy="541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2734DB8-B474-E902-95DF-E525632F3321}"/>
              </a:ext>
            </a:extLst>
          </p:cNvPr>
          <p:cNvSpPr txBox="1"/>
          <p:nvPr/>
        </p:nvSpPr>
        <p:spPr>
          <a:xfrm>
            <a:off x="4397679" y="5246318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designates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9BDA54A-CE5C-19FF-E4D7-8A3467D5F02E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 flipV="1">
            <a:off x="6648711" y="6040113"/>
            <a:ext cx="1906563" cy="105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558342F-227E-CA5C-1F6E-AF9B8B3F76E5}"/>
              </a:ext>
            </a:extLst>
          </p:cNvPr>
          <p:cNvSpPr txBox="1"/>
          <p:nvPr/>
        </p:nvSpPr>
        <p:spPr>
          <a:xfrm>
            <a:off x="6648711" y="5833653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designates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2D7B72-BE56-2417-0C62-9C4D257AC4CB}"/>
              </a:ext>
            </a:extLst>
          </p:cNvPr>
          <p:cNvSpPr txBox="1"/>
          <p:nvPr/>
        </p:nvSpPr>
        <p:spPr>
          <a:xfrm>
            <a:off x="763566" y="3944493"/>
            <a:ext cx="8204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has component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A73B9E0-74C1-208C-1377-08FA06F75AAE}"/>
              </a:ext>
            </a:extLst>
          </p:cNvPr>
          <p:cNvSpPr txBox="1"/>
          <p:nvPr/>
        </p:nvSpPr>
        <p:spPr>
          <a:xfrm>
            <a:off x="2949881" y="1983932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subclass of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56AAAE5-0293-69C4-6A83-D7831DB34372}"/>
              </a:ext>
            </a:extLst>
          </p:cNvPr>
          <p:cNvSpPr txBox="1"/>
          <p:nvPr/>
        </p:nvSpPr>
        <p:spPr>
          <a:xfrm>
            <a:off x="4937865" y="1468277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describes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DC8EFF5-E7CD-20CF-46E6-157FBCFD4E55}"/>
              </a:ext>
            </a:extLst>
          </p:cNvPr>
          <p:cNvCxnSpPr>
            <a:cxnSpLocks/>
            <a:stCxn id="8" idx="0"/>
            <a:endCxn id="17" idx="2"/>
          </p:cNvCxnSpPr>
          <p:nvPr/>
        </p:nvCxnSpPr>
        <p:spPr>
          <a:xfrm flipH="1" flipV="1">
            <a:off x="2982238" y="2537404"/>
            <a:ext cx="4306345" cy="29176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64917E4-8FED-D185-9A55-CB14D9597868}"/>
              </a:ext>
            </a:extLst>
          </p:cNvPr>
          <p:cNvSpPr txBox="1"/>
          <p:nvPr/>
        </p:nvSpPr>
        <p:spPr>
          <a:xfrm>
            <a:off x="7051371" y="5189209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designates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D676331-817E-CA69-AA82-BE68C96F48B2}"/>
              </a:ext>
            </a:extLst>
          </p:cNvPr>
          <p:cNvSpPr txBox="1"/>
          <p:nvPr/>
        </p:nvSpPr>
        <p:spPr>
          <a:xfrm>
            <a:off x="876824" y="2892592"/>
            <a:ext cx="8204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bearer of</a:t>
            </a:r>
          </a:p>
        </p:txBody>
      </p:sp>
    </p:spTree>
    <p:extLst>
      <p:ext uri="{BB962C8B-B14F-4D97-AF65-F5344CB8AC3E}">
        <p14:creationId xmlns:p14="http://schemas.microsoft.com/office/powerpoint/2010/main" val="505431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F2849C5-5944-32C7-2409-1AFBC2E301DC}"/>
              </a:ext>
            </a:extLst>
          </p:cNvPr>
          <p:cNvSpPr/>
          <p:nvPr/>
        </p:nvSpPr>
        <p:spPr>
          <a:xfrm>
            <a:off x="495299" y="1143000"/>
            <a:ext cx="1087315" cy="20574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C10815C-02C1-725C-2658-56EB61B8444B}"/>
              </a:ext>
            </a:extLst>
          </p:cNvPr>
          <p:cNvSpPr/>
          <p:nvPr/>
        </p:nvSpPr>
        <p:spPr>
          <a:xfrm>
            <a:off x="5298830" y="5647593"/>
            <a:ext cx="1594339" cy="190499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Aircraft Engine Identifier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C8EA130-A1EF-D951-2031-3BBBC30B3945}"/>
              </a:ext>
            </a:extLst>
          </p:cNvPr>
          <p:cNvSpPr/>
          <p:nvPr/>
        </p:nvSpPr>
        <p:spPr>
          <a:xfrm>
            <a:off x="5618285" y="1799493"/>
            <a:ext cx="1274884" cy="190499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Area Measurement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B065789-621D-1C51-5699-AFDD64317E88}"/>
              </a:ext>
            </a:extLst>
          </p:cNvPr>
          <p:cNvSpPr/>
          <p:nvPr/>
        </p:nvSpPr>
        <p:spPr>
          <a:xfrm>
            <a:off x="307730" y="2347547"/>
            <a:ext cx="1274884" cy="190499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Turbine Blade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508641B-0308-0D14-12A3-C5B807C20A74}"/>
              </a:ext>
            </a:extLst>
          </p:cNvPr>
          <p:cNvSpPr/>
          <p:nvPr/>
        </p:nvSpPr>
        <p:spPr>
          <a:xfrm>
            <a:off x="2236174" y="1880048"/>
            <a:ext cx="1787772" cy="1905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Thermal Barrier Coating Loss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59E84EC-21C9-FFF9-712B-154E983EB748}"/>
              </a:ext>
            </a:extLst>
          </p:cNvPr>
          <p:cNvSpPr/>
          <p:nvPr/>
        </p:nvSpPr>
        <p:spPr>
          <a:xfrm>
            <a:off x="2705098" y="1333503"/>
            <a:ext cx="624252" cy="190499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Defect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D09104D-1556-EED0-D69C-5A6BFA51C5C9}"/>
              </a:ext>
            </a:extLst>
          </p:cNvPr>
          <p:cNvCxnSpPr>
            <a:cxnSpLocks/>
            <a:stCxn id="3" idx="1"/>
            <a:endCxn id="2" idx="2"/>
          </p:cNvCxnSpPr>
          <p:nvPr/>
        </p:nvCxnSpPr>
        <p:spPr>
          <a:xfrm flipH="1" flipV="1">
            <a:off x="1038957" y="1348740"/>
            <a:ext cx="4259873" cy="43941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72903B5-4102-368A-917B-39DA5211D15B}"/>
              </a:ext>
            </a:extLst>
          </p:cNvPr>
          <p:cNvSpPr txBox="1"/>
          <p:nvPr/>
        </p:nvSpPr>
        <p:spPr>
          <a:xfrm>
            <a:off x="4545622" y="5275345"/>
            <a:ext cx="912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designates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7453800-6FAF-C62D-2580-3A421C2983D2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 flipH="1">
            <a:off x="945172" y="1348740"/>
            <a:ext cx="93785" cy="9988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5A3FCE0-52EB-940B-9062-23859CB75834}"/>
              </a:ext>
            </a:extLst>
          </p:cNvPr>
          <p:cNvSpPr txBox="1"/>
          <p:nvPr/>
        </p:nvSpPr>
        <p:spPr>
          <a:xfrm>
            <a:off x="307730" y="1880049"/>
            <a:ext cx="1274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has component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D6EC1D-54BD-8D2C-242A-D57140E7D669}"/>
              </a:ext>
            </a:extLst>
          </p:cNvPr>
          <p:cNvSpPr txBox="1"/>
          <p:nvPr/>
        </p:nvSpPr>
        <p:spPr>
          <a:xfrm>
            <a:off x="2357804" y="1551049"/>
            <a:ext cx="1274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Subclass of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D3EEAE1-EFD1-A258-5741-A1F799CBEF52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1582614" y="1975298"/>
            <a:ext cx="653560" cy="4674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F72E757-D429-495E-07D6-7449CE275596}"/>
              </a:ext>
            </a:extLst>
          </p:cNvPr>
          <p:cNvCxnSpPr>
            <a:cxnSpLocks/>
            <a:stCxn id="6" idx="0"/>
            <a:endCxn id="7" idx="2"/>
          </p:cNvCxnSpPr>
          <p:nvPr/>
        </p:nvCxnSpPr>
        <p:spPr>
          <a:xfrm flipH="1" flipV="1">
            <a:off x="3017224" y="1524002"/>
            <a:ext cx="112836" cy="3560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5CECFFF-402D-CCAC-B715-E8385EC16C96}"/>
              </a:ext>
            </a:extLst>
          </p:cNvPr>
          <p:cNvCxnSpPr>
            <a:cxnSpLocks/>
            <a:stCxn id="4" idx="1"/>
            <a:endCxn id="6" idx="3"/>
          </p:cNvCxnSpPr>
          <p:nvPr/>
        </p:nvCxnSpPr>
        <p:spPr>
          <a:xfrm flipH="1">
            <a:off x="4023946" y="1894743"/>
            <a:ext cx="1594339" cy="805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0DFA18F-B2A9-59D9-9418-44EED696607C}"/>
              </a:ext>
            </a:extLst>
          </p:cNvPr>
          <p:cNvSpPr txBox="1"/>
          <p:nvPr/>
        </p:nvSpPr>
        <p:spPr>
          <a:xfrm>
            <a:off x="4314089" y="1689548"/>
            <a:ext cx="1274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describes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BCDE1AC-6F81-020F-EFE8-7E7DC286CB5A}"/>
              </a:ext>
            </a:extLst>
          </p:cNvPr>
          <p:cNvSpPr txBox="1"/>
          <p:nvPr/>
        </p:nvSpPr>
        <p:spPr>
          <a:xfrm>
            <a:off x="1901335" y="2070548"/>
            <a:ext cx="8250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bearer of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0C72373-4DFB-133F-39EB-1CF7D29CDE05}"/>
              </a:ext>
            </a:extLst>
          </p:cNvPr>
          <p:cNvSpPr txBox="1"/>
          <p:nvPr/>
        </p:nvSpPr>
        <p:spPr>
          <a:xfrm>
            <a:off x="1479303" y="-17584"/>
            <a:ext cx="42598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What part serial numbers were on the engine at a given time?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607B8AA-5733-BA24-5FB3-202C940C0AAC}"/>
              </a:ext>
            </a:extLst>
          </p:cNvPr>
          <p:cNvSpPr/>
          <p:nvPr/>
        </p:nvSpPr>
        <p:spPr>
          <a:xfrm>
            <a:off x="4106007" y="0"/>
            <a:ext cx="457199" cy="2594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27DA23A-47AF-F9D7-19E6-43E42E3BD1C4}"/>
              </a:ext>
            </a:extLst>
          </p:cNvPr>
          <p:cNvCxnSpPr>
            <a:cxnSpLocks/>
            <a:stCxn id="36" idx="2"/>
            <a:endCxn id="2" idx="3"/>
          </p:cNvCxnSpPr>
          <p:nvPr/>
        </p:nvCxnSpPr>
        <p:spPr>
          <a:xfrm flipH="1">
            <a:off x="1582614" y="259415"/>
            <a:ext cx="2751993" cy="9864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3803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D6A764-4FB8-2881-B4CE-A45A155C52BE}"/>
              </a:ext>
            </a:extLst>
          </p:cNvPr>
          <p:cNvSpPr txBox="1"/>
          <p:nvPr/>
        </p:nvSpPr>
        <p:spPr>
          <a:xfrm>
            <a:off x="1508439" y="0"/>
            <a:ext cx="101211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what component were replaced from CCA designs or specific CCA serial numbers (as built digital twins) over specific time periods.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1ED4DAF-996F-72D2-E5B8-FF1389E07C2C}"/>
              </a:ext>
            </a:extLst>
          </p:cNvPr>
          <p:cNvSpPr/>
          <p:nvPr/>
        </p:nvSpPr>
        <p:spPr>
          <a:xfrm>
            <a:off x="429937" y="3742475"/>
            <a:ext cx="985234" cy="30909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Circuit Card Assembly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9A1BD92-3838-3B0A-FD79-A0DADBB6D450}"/>
              </a:ext>
            </a:extLst>
          </p:cNvPr>
          <p:cNvSpPr/>
          <p:nvPr/>
        </p:nvSpPr>
        <p:spPr>
          <a:xfrm>
            <a:off x="429937" y="4722491"/>
            <a:ext cx="985234" cy="30909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Electronic Component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2571094-4D9F-CA0D-D87A-3DC2FA94C549}"/>
              </a:ext>
            </a:extLst>
          </p:cNvPr>
          <p:cNvSpPr/>
          <p:nvPr/>
        </p:nvSpPr>
        <p:spPr>
          <a:xfrm>
            <a:off x="4804834" y="5444125"/>
            <a:ext cx="1472098" cy="30909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CCA Serial Number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FE2482B-C0F8-7218-1D83-DCAF1533EC14}"/>
              </a:ext>
            </a:extLst>
          </p:cNvPr>
          <p:cNvSpPr/>
          <p:nvPr/>
        </p:nvSpPr>
        <p:spPr>
          <a:xfrm>
            <a:off x="4770967" y="5892858"/>
            <a:ext cx="1472098" cy="30909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Component Reference Designator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5DAAD48-06E2-BB65-0383-3A138DF8B02D}"/>
              </a:ext>
            </a:extLst>
          </p:cNvPr>
          <p:cNvSpPr/>
          <p:nvPr/>
        </p:nvSpPr>
        <p:spPr>
          <a:xfrm>
            <a:off x="6830736" y="3649340"/>
            <a:ext cx="985234" cy="30909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Component Design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4AC6A09-0F07-1460-6002-FD2BD0A1F683}"/>
              </a:ext>
            </a:extLst>
          </p:cNvPr>
          <p:cNvSpPr/>
          <p:nvPr/>
        </p:nvSpPr>
        <p:spPr>
          <a:xfrm>
            <a:off x="6504770" y="5598671"/>
            <a:ext cx="985234" cy="30909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Component Part Number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DCBA954-321F-4438-1046-0DD9690A5942}"/>
              </a:ext>
            </a:extLst>
          </p:cNvPr>
          <p:cNvSpPr/>
          <p:nvPr/>
        </p:nvSpPr>
        <p:spPr>
          <a:xfrm>
            <a:off x="8697399" y="2466501"/>
            <a:ext cx="1102768" cy="30909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Manufacturing Process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B46E125-F093-9EB7-89D1-6A3FF57EF72D}"/>
              </a:ext>
            </a:extLst>
          </p:cNvPr>
          <p:cNvSpPr/>
          <p:nvPr/>
        </p:nvSpPr>
        <p:spPr>
          <a:xfrm>
            <a:off x="4847748" y="4193264"/>
            <a:ext cx="985234" cy="30909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ECAD Design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F12201C-C477-9E9C-36D6-EF1A388C71B7}"/>
              </a:ext>
            </a:extLst>
          </p:cNvPr>
          <p:cNvSpPr/>
          <p:nvPr/>
        </p:nvSpPr>
        <p:spPr>
          <a:xfrm>
            <a:off x="8697399" y="3274453"/>
            <a:ext cx="1102768" cy="30909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Maintenance Process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0EE01BB-B707-C860-BA54-76EFA4AD6826}"/>
              </a:ext>
            </a:extLst>
          </p:cNvPr>
          <p:cNvSpPr/>
          <p:nvPr/>
        </p:nvSpPr>
        <p:spPr>
          <a:xfrm>
            <a:off x="10618043" y="3274549"/>
            <a:ext cx="1102768" cy="30909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Maintenance Time Interval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CE645AB-FD8D-2103-C68F-7E5F3C3005DB}"/>
              </a:ext>
            </a:extLst>
          </p:cNvPr>
          <p:cNvSpPr/>
          <p:nvPr/>
        </p:nvSpPr>
        <p:spPr>
          <a:xfrm>
            <a:off x="6645058" y="6156798"/>
            <a:ext cx="985234" cy="30909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Design Revision</a:t>
            </a:r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7070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5870</TotalTime>
  <Words>484</Words>
  <Application>Microsoft Office PowerPoint</Application>
  <PresentationFormat>Widescreen</PresentationFormat>
  <Paragraphs>173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Narrow</vt:lpstr>
      <vt:lpstr>Arial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Poonam Sutar</dc:creator>
  <cp:lastModifiedBy>Shatad Purohit</cp:lastModifiedBy>
  <cp:revision>13</cp:revision>
  <dcterms:created xsi:type="dcterms:W3CDTF">2025-09-01T05:50:38Z</dcterms:created>
  <dcterms:modified xsi:type="dcterms:W3CDTF">2025-10-28T14:58:41Z</dcterms:modified>
</cp:coreProperties>
</file>
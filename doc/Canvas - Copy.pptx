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63" r:id="rId3"/>
    <p:sldId id="266" r:id="rId4"/>
    <p:sldId id="268" r:id="rId5"/>
    <p:sldId id="269" r:id="rId6"/>
    <p:sldId id="273" r:id="rId7"/>
    <p:sldId id="271" r:id="rId8"/>
    <p:sldId id="272" r:id="rId9"/>
    <p:sldId id="274" r:id="rId10"/>
    <p:sldId id="270" r:id="rId11"/>
    <p:sldId id="275" r:id="rId12"/>
    <p:sldId id="267" r:id="rId13"/>
    <p:sldId id="256" r:id="rId14"/>
    <p:sldId id="264" r:id="rId15"/>
    <p:sldId id="259" r:id="rId16"/>
    <p:sldId id="260" r:id="rId17"/>
    <p:sldId id="261" r:id="rId18"/>
    <p:sldId id="258" r:id="rId19"/>
    <p:sldId id="265" r:id="rId20"/>
    <p:sldId id="26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44" autoAdjust="0"/>
    <p:restoredTop sz="96449" autoAdjust="0"/>
  </p:normalViewPr>
  <p:slideViewPr>
    <p:cSldViewPr snapToGrid="0">
      <p:cViewPr>
        <p:scale>
          <a:sx n="101" d="100"/>
          <a:sy n="101" d="100"/>
        </p:scale>
        <p:origin x="77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15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62148C-51F0-6793-E879-B35018C35B13}"/>
              </a:ext>
            </a:extLst>
          </p:cNvPr>
          <p:cNvSpPr/>
          <p:nvPr/>
        </p:nvSpPr>
        <p:spPr>
          <a:xfrm>
            <a:off x="346013" y="158501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FF47CE-B116-0C34-1632-73FB27518F6C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EE7CB-AFAD-BDA2-EB58-D633330220E0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</a:t>
            </a:r>
            <a:r>
              <a:rPr lang="en-US" sz="1200" dirty="0">
                <a:highlight>
                  <a:srgbClr val="FFFF00"/>
                </a:highlight>
              </a:rPr>
              <a:t>assy</a:t>
            </a:r>
            <a:r>
              <a:rPr lang="en-US" sz="1200" dirty="0"/>
              <a:t>,position,sub_position,adhesive,partial,wear,total,date,esn,tacs,base,origin_sheet_name,origin_fn,ingest_stage,ingest_dt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6439A9-EB91-16C0-3286-3F7462189E97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905508" y="1751713"/>
            <a:ext cx="0" cy="565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878DCF-8738-63B7-6C4D-761BCF45E186}"/>
              </a:ext>
            </a:extLst>
          </p:cNvPr>
          <p:cNvSpPr txBox="1"/>
          <p:nvPr/>
        </p:nvSpPr>
        <p:spPr>
          <a:xfrm>
            <a:off x="955610" y="1751365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component part at some time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B78246-9234-3B66-CDBC-3CA070141C77}"/>
              </a:ext>
            </a:extLst>
          </p:cNvPr>
          <p:cNvSpPr/>
          <p:nvPr/>
        </p:nvSpPr>
        <p:spPr>
          <a:xfrm>
            <a:off x="4924816" y="5525717"/>
            <a:ext cx="234236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Type Identifier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58CA5E-414B-51EF-702F-6E135773FAA4}"/>
              </a:ext>
            </a:extLst>
          </p:cNvPr>
          <p:cNvSpPr/>
          <p:nvPr/>
        </p:nvSpPr>
        <p:spPr>
          <a:xfrm>
            <a:off x="5094778" y="3968314"/>
            <a:ext cx="2002442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262E82-BCD3-8628-C7D3-37D6584CF035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6095999" y="4135009"/>
            <a:ext cx="1" cy="1390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49ABFA-C852-487D-9178-8E0ACEF4C897}"/>
              </a:ext>
            </a:extLst>
          </p:cNvPr>
          <p:cNvCxnSpPr>
            <a:cxnSpLocks/>
            <a:stCxn id="12" idx="1"/>
            <a:endCxn id="4" idx="2"/>
          </p:cNvCxnSpPr>
          <p:nvPr/>
        </p:nvCxnSpPr>
        <p:spPr>
          <a:xfrm flipH="1" flipV="1">
            <a:off x="905508" y="2483662"/>
            <a:ext cx="4189270" cy="15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8DF437-F1FC-61D2-4B37-595DC8F50ACE}"/>
              </a:ext>
            </a:extLst>
          </p:cNvPr>
          <p:cNvSpPr txBox="1"/>
          <p:nvPr/>
        </p:nvSpPr>
        <p:spPr>
          <a:xfrm>
            <a:off x="6050070" y="4461031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353EB-7974-8574-85FC-4B96CB28381A}"/>
              </a:ext>
            </a:extLst>
          </p:cNvPr>
          <p:cNvSpPr txBox="1"/>
          <p:nvPr/>
        </p:nvSpPr>
        <p:spPr>
          <a:xfrm>
            <a:off x="4448731" y="3634062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prescribes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5FD579-D174-883C-6BA5-F5EE64D42BD8}"/>
              </a:ext>
            </a:extLst>
          </p:cNvPr>
          <p:cNvSpPr txBox="1"/>
          <p:nvPr/>
        </p:nvSpPr>
        <p:spPr>
          <a:xfrm>
            <a:off x="5740824" y="5728628"/>
            <a:ext cx="721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assy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611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37A697-9915-7E12-5A08-63C4AA6344B3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4030DD-8E93-8B7A-C065-3B67A1BFC5E3}"/>
              </a:ext>
            </a:extLst>
          </p:cNvPr>
          <p:cNvSpPr/>
          <p:nvPr/>
        </p:nvSpPr>
        <p:spPr>
          <a:xfrm>
            <a:off x="122807" y="4374339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5C1F16-F25E-604A-1E25-F2FDED2A1675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905508" y="2483662"/>
            <a:ext cx="0" cy="189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3F885B-C4F7-4312-3A35-40569DBF494A}"/>
              </a:ext>
            </a:extLst>
          </p:cNvPr>
          <p:cNvSpPr txBox="1"/>
          <p:nvPr/>
        </p:nvSpPr>
        <p:spPr>
          <a:xfrm>
            <a:off x="905507" y="3379748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DD4681-8F7D-BBF2-AD73-B3550589C38C}"/>
              </a:ext>
            </a:extLst>
          </p:cNvPr>
          <p:cNvSpPr/>
          <p:nvPr/>
        </p:nvSpPr>
        <p:spPr>
          <a:xfrm>
            <a:off x="5141568" y="5420492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 Identifier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6D8423-985C-2522-B031-78A85711BCA2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</a:t>
            </a:r>
            <a:r>
              <a:rPr lang="en-US" sz="1200" dirty="0">
                <a:highlight>
                  <a:srgbClr val="FFFF00"/>
                </a:highlight>
              </a:rPr>
              <a:t>position</a:t>
            </a:r>
            <a:r>
              <a:rPr lang="en-US" sz="1200" dirty="0"/>
              <a:t>,sub_position,adhesive,partial,wear,total,date,esn,tacs,base,origin_sheet_name,origin_fn,ingest_stage,ingest_dt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3DF634-DFB6-A3B7-239E-DA9DBFFED6D1}"/>
              </a:ext>
            </a:extLst>
          </p:cNvPr>
          <p:cNvCxnSpPr>
            <a:cxnSpLocks/>
            <a:stCxn id="8" idx="1"/>
            <a:endCxn id="3" idx="3"/>
          </p:cNvCxnSpPr>
          <p:nvPr/>
        </p:nvCxnSpPr>
        <p:spPr>
          <a:xfrm flipH="1" flipV="1">
            <a:off x="1688208" y="4457687"/>
            <a:ext cx="3453360" cy="104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BACF61-C7E4-F6D0-BFBF-384A3D238B0A}"/>
              </a:ext>
            </a:extLst>
          </p:cNvPr>
          <p:cNvSpPr txBox="1"/>
          <p:nvPr/>
        </p:nvSpPr>
        <p:spPr>
          <a:xfrm>
            <a:off x="2514144" y="4541034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A903C-9BD8-6900-8E76-17D1B5EC9717}"/>
              </a:ext>
            </a:extLst>
          </p:cNvPr>
          <p:cNvSpPr txBox="1"/>
          <p:nvPr/>
        </p:nvSpPr>
        <p:spPr>
          <a:xfrm>
            <a:off x="5472308" y="5569216"/>
            <a:ext cx="915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position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34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B231-7058-05F9-4D8C-09327EAC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388996-887B-0A25-4321-3F69016BC977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35C821-A487-6DCB-156A-2EDD9E57AD4B}"/>
              </a:ext>
            </a:extLst>
          </p:cNvPr>
          <p:cNvSpPr/>
          <p:nvPr/>
        </p:nvSpPr>
        <p:spPr>
          <a:xfrm>
            <a:off x="122807" y="4374339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Zone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7F2D46-2DFD-A1C2-C3A8-3EF6A1A54AA4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905508" y="2483662"/>
            <a:ext cx="0" cy="189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EC7FF-E533-32C0-BC0D-65C545911030}"/>
              </a:ext>
            </a:extLst>
          </p:cNvPr>
          <p:cNvSpPr txBox="1"/>
          <p:nvPr/>
        </p:nvSpPr>
        <p:spPr>
          <a:xfrm>
            <a:off x="905507" y="3379748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6531B5-974C-F5E9-3E0B-A99741101228}"/>
              </a:ext>
            </a:extLst>
          </p:cNvPr>
          <p:cNvSpPr/>
          <p:nvPr/>
        </p:nvSpPr>
        <p:spPr>
          <a:xfrm>
            <a:off x="122806" y="558718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371D06-FE52-7574-4B1C-D6D48926448C}"/>
              </a:ext>
            </a:extLst>
          </p:cNvPr>
          <p:cNvSpPr/>
          <p:nvPr/>
        </p:nvSpPr>
        <p:spPr>
          <a:xfrm>
            <a:off x="5103990" y="5959211"/>
            <a:ext cx="183542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 Identifier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8B78EB-28EB-C6E2-4F5D-7D41FD94950F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905507" y="4541034"/>
            <a:ext cx="1" cy="104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DAC102-B6D0-C1B1-043C-95074A06E055}"/>
              </a:ext>
            </a:extLst>
          </p:cNvPr>
          <p:cNvSpPr txBox="1"/>
          <p:nvPr/>
        </p:nvSpPr>
        <p:spPr>
          <a:xfrm>
            <a:off x="905506" y="4826011"/>
            <a:ext cx="1292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has continuant part at all time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F3DE22-8C47-4E77-18FB-1C0987E155CD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 flipV="1">
            <a:off x="1688207" y="5670535"/>
            <a:ext cx="3415783" cy="37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3985CA-5E82-A41E-8542-0A6097965AB7}"/>
              </a:ext>
            </a:extLst>
          </p:cNvPr>
          <p:cNvSpPr txBox="1"/>
          <p:nvPr/>
        </p:nvSpPr>
        <p:spPr>
          <a:xfrm>
            <a:off x="3159234" y="5610326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09A9B-E028-4EB0-133C-7008B0F3BF9C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</a:t>
            </a:r>
            <a:r>
              <a:rPr lang="en-US" sz="1200" dirty="0">
                <a:highlight>
                  <a:srgbClr val="FFFF00"/>
                </a:highlight>
              </a:rPr>
              <a:t>sub_position</a:t>
            </a:r>
            <a:r>
              <a:rPr lang="en-US" sz="1200" dirty="0"/>
              <a:t>,adhesive,partial,wear,total,date,esn,tacs,base,origin_sheet_name,origin_fn,ingest_stage,ingest_dt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29856-5DBD-2041-D79E-3486B918076C}"/>
              </a:ext>
            </a:extLst>
          </p:cNvPr>
          <p:cNvSpPr txBox="1"/>
          <p:nvPr/>
        </p:nvSpPr>
        <p:spPr>
          <a:xfrm>
            <a:off x="5497958" y="6125906"/>
            <a:ext cx="1047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highlight>
                  <a:srgbClr val="FFFF00"/>
                </a:highlight>
              </a:rPr>
              <a:t>sub_position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5838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8A0D-03DC-61A6-DC4B-93394C8F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687FA3-BE07-063B-4A32-5502ADD3D612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E22D5-1095-B115-5F57-2BA4C2526A9F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</a:t>
            </a:r>
            <a:r>
              <a:rPr lang="en-US" sz="1200" dirty="0">
                <a:highlight>
                  <a:srgbClr val="FFFF00"/>
                </a:highlight>
              </a:rPr>
              <a:t>adhesive</a:t>
            </a:r>
            <a:r>
              <a:rPr lang="en-US" sz="1200" dirty="0"/>
              <a:t>,partial,wear,total,date,esn,tacs,base,origin_sheet_name,origin_fn,ingest_stage,ingest_dt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1663E2-54FD-29A4-8AD4-5FE40432201E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C66D65-6E83-CC23-493B-422F05718B3E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554798-DA42-2331-79AF-59DC779428ED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5131305-5296-F4B7-54D1-186B0A0334B7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Adhesive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2DFBE8-1020-0BEB-86A3-F5A6977746F8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AA9AC6B-D95B-29C2-8D5B-6BBD0765BBD1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679E6-F2DB-B114-B7F3-CB55C6233CC1}"/>
              </a:ext>
            </a:extLst>
          </p:cNvPr>
          <p:cNvSpPr txBox="1"/>
          <p:nvPr/>
        </p:nvSpPr>
        <p:spPr>
          <a:xfrm>
            <a:off x="6904039" y="1791298"/>
            <a:ext cx="264986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Def: A measurement of the surface area where the coating has </a:t>
            </a:r>
            <a:r>
              <a:rPr lang="en-US" sz="1050" dirty="0" err="1"/>
              <a:t>debonded</a:t>
            </a:r>
            <a:r>
              <a:rPr lang="en-US" sz="1050" dirty="0"/>
              <a:t> from the substrate.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E823B-2F81-9939-325F-750A22C23AC9}"/>
              </a:ext>
            </a:extLst>
          </p:cNvPr>
          <p:cNvSpPr txBox="1"/>
          <p:nvPr/>
        </p:nvSpPr>
        <p:spPr>
          <a:xfrm>
            <a:off x="5569806" y="2011837"/>
            <a:ext cx="8625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adhesive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196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30D2-7B59-9388-CF64-13C968FB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8B945D-1B01-2AB0-E7E6-D711B4905766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2B0CC-A157-82CF-79A3-BD0F9463A7F5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</a:t>
            </a:r>
            <a:r>
              <a:rPr lang="en-US" sz="1200" dirty="0">
                <a:highlight>
                  <a:srgbClr val="FFFF00"/>
                </a:highlight>
              </a:rPr>
              <a:t>partial</a:t>
            </a:r>
            <a:r>
              <a:rPr lang="en-US" sz="1200" dirty="0"/>
              <a:t>,wear,total,date,esn,tacs,base,origin_sheet_name,origin_fn,ingest_stage,ingest_dt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3A2A33-5CBD-1BAF-3781-E9ECFD599DD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A78D9B-8C44-0A7D-29E5-C31B776FAE56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01D3ED-9766-1C98-EBF5-870B67103B06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D82BC6-F690-4DD4-BE16-C76CE1D9332C}"/>
              </a:ext>
            </a:extLst>
          </p:cNvPr>
          <p:cNvSpPr/>
          <p:nvPr/>
        </p:nvSpPr>
        <p:spPr>
          <a:xfrm>
            <a:off x="5135456" y="1836058"/>
            <a:ext cx="2173437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Partial Coating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029D64-7126-75A9-80D6-430E7E8278D4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9C5A3D-C9EA-9139-7183-D38C3F4FB53F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4C8A04-459A-C5E7-430E-46BB464CC0E8}"/>
              </a:ext>
            </a:extLst>
          </p:cNvPr>
          <p:cNvSpPr txBox="1"/>
          <p:nvPr/>
        </p:nvSpPr>
        <p:spPr>
          <a:xfrm>
            <a:off x="5746531" y="2027227"/>
            <a:ext cx="7236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partial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F02D53-8323-5D21-4863-6026B65DC9CA}"/>
              </a:ext>
            </a:extLst>
          </p:cNvPr>
          <p:cNvSpPr txBox="1"/>
          <p:nvPr/>
        </p:nvSpPr>
        <p:spPr>
          <a:xfrm>
            <a:off x="7308893" y="1794036"/>
            <a:ext cx="2751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A measurement of the surface area where the coating layer has fractured internally (spalled), leaving some coating material remaining (Partial Depth Loss)</a:t>
            </a:r>
          </a:p>
        </p:txBody>
      </p:sp>
    </p:spTree>
    <p:extLst>
      <p:ext uri="{BB962C8B-B14F-4D97-AF65-F5344CB8AC3E}">
        <p14:creationId xmlns:p14="http://schemas.microsoft.com/office/powerpoint/2010/main" val="66995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8C1B-D8FB-763B-02A2-C2DD069F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47D158-CC52-E5BD-CC2F-1CD36292EC29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5B2F45-37EF-326E-ABA3-949B764EFF10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</a:t>
            </a:r>
            <a:r>
              <a:rPr lang="en-US" sz="1200" dirty="0">
                <a:highlight>
                  <a:srgbClr val="FFFF00"/>
                </a:highlight>
              </a:rPr>
              <a:t>wear</a:t>
            </a:r>
            <a:r>
              <a:rPr lang="en-US" sz="1200" dirty="0"/>
              <a:t>,total,date,esn,tacs,base,origin_sheet_name,origin_fn,ingest_stage,ingest_dt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09F799-ED9D-1324-E3C3-F9EA08BD98A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893FF4-4089-7DF6-7D9F-20A3343BB976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10DC5F-1F93-D4BA-27BA-1B9FB8225BCB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81CA2EB-B210-BD51-355A-E09D5AF78F34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Wear Loss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3B9824-DDC7-2092-610A-2B4420731B34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1D7A3BB-95A2-7A18-5A8C-9353534B8DCE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288CD-D770-F195-00FC-AA7B980A0F7E}"/>
              </a:ext>
            </a:extLst>
          </p:cNvPr>
          <p:cNvSpPr txBox="1"/>
          <p:nvPr/>
        </p:nvSpPr>
        <p:spPr>
          <a:xfrm>
            <a:off x="5571322" y="1992761"/>
            <a:ext cx="919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highlight>
                  <a:srgbClr val="FFFF00"/>
                </a:highlight>
              </a:rPr>
              <a:t>wear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F9C3C-C0D2-C23A-78DF-A296EA0344F8}"/>
              </a:ext>
            </a:extLst>
          </p:cNvPr>
          <p:cNvSpPr txBox="1"/>
          <p:nvPr/>
        </p:nvSpPr>
        <p:spPr>
          <a:xfrm>
            <a:off x="6882484" y="1791298"/>
            <a:ext cx="21176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A measurement of the surface area where the coating has been removed due to friction or erosion.</a:t>
            </a:r>
          </a:p>
        </p:txBody>
      </p:sp>
    </p:spTree>
    <p:extLst>
      <p:ext uri="{BB962C8B-B14F-4D97-AF65-F5344CB8AC3E}">
        <p14:creationId xmlns:p14="http://schemas.microsoft.com/office/powerpoint/2010/main" val="20041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B6AF-91F9-C3A5-D1A8-A03B00D9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B2213-CCAB-C637-2E6E-E95B5FCE0460}"/>
              </a:ext>
            </a:extLst>
          </p:cNvPr>
          <p:cNvSpPr/>
          <p:nvPr/>
        </p:nvSpPr>
        <p:spPr>
          <a:xfrm>
            <a:off x="122806" y="2430628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Assembly Sub-zone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EFEC9-4063-4595-F1AC-FD31C031AB19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</a:t>
            </a:r>
            <a:r>
              <a:rPr lang="en-US" sz="1200" dirty="0">
                <a:highlight>
                  <a:srgbClr val="FFFF00"/>
                </a:highlight>
              </a:rPr>
              <a:t>total</a:t>
            </a:r>
            <a:r>
              <a:rPr lang="en-US" sz="1200" dirty="0"/>
              <a:t>,date,esn,tacs,base,origin_sheet_name,origin_fn,ingest_stage,ingest_dt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BA20CB-9079-A583-9BCA-1E51C789ACD4}"/>
              </a:ext>
            </a:extLst>
          </p:cNvPr>
          <p:cNvCxnSpPr>
            <a:cxnSpLocks/>
            <a:stCxn id="21" idx="1"/>
            <a:endCxn id="7" idx="0"/>
          </p:cNvCxnSpPr>
          <p:nvPr/>
        </p:nvCxnSpPr>
        <p:spPr>
          <a:xfrm flipH="1">
            <a:off x="905507" y="1914410"/>
            <a:ext cx="1225991" cy="516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E5D969F-BD90-3BB4-A330-867CA796DD99}"/>
              </a:ext>
            </a:extLst>
          </p:cNvPr>
          <p:cNvSpPr txBox="1"/>
          <p:nvPr/>
        </p:nvSpPr>
        <p:spPr>
          <a:xfrm>
            <a:off x="760849" y="1904116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inheres 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6BEF7A-042B-7665-2EDC-760A601611A0}"/>
              </a:ext>
            </a:extLst>
          </p:cNvPr>
          <p:cNvSpPr/>
          <p:nvPr/>
        </p:nvSpPr>
        <p:spPr>
          <a:xfrm>
            <a:off x="2131498" y="1836058"/>
            <a:ext cx="1921086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Defect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D894300-5F8E-1929-7878-FBCA8DC611DD}"/>
              </a:ext>
            </a:extLst>
          </p:cNvPr>
          <p:cNvSpPr/>
          <p:nvPr/>
        </p:nvSpPr>
        <p:spPr>
          <a:xfrm>
            <a:off x="5135457" y="1836058"/>
            <a:ext cx="1790860" cy="156703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Total Defect Measurement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820A27-C0C9-D5C3-1307-1EF0C5F91B31}"/>
              </a:ext>
            </a:extLst>
          </p:cNvPr>
          <p:cNvCxnSpPr>
            <a:cxnSpLocks/>
            <a:stCxn id="33" idx="1"/>
            <a:endCxn id="21" idx="3"/>
          </p:cNvCxnSpPr>
          <p:nvPr/>
        </p:nvCxnSpPr>
        <p:spPr>
          <a:xfrm flipH="1">
            <a:off x="4052584" y="1914410"/>
            <a:ext cx="1082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ED3F3E8-E1F8-E294-C22E-0945FE7051D9}"/>
              </a:ext>
            </a:extLst>
          </p:cNvPr>
          <p:cNvSpPr txBox="1"/>
          <p:nvPr/>
        </p:nvSpPr>
        <p:spPr>
          <a:xfrm>
            <a:off x="4052584" y="1668188"/>
            <a:ext cx="12353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EFE84-4B8C-7387-1965-FDE0422307A3}"/>
              </a:ext>
            </a:extLst>
          </p:cNvPr>
          <p:cNvSpPr txBox="1"/>
          <p:nvPr/>
        </p:nvSpPr>
        <p:spPr>
          <a:xfrm>
            <a:off x="5677164" y="1975965"/>
            <a:ext cx="6731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total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D328F-156E-76A4-1678-674DB47E66F4}"/>
              </a:ext>
            </a:extLst>
          </p:cNvPr>
          <p:cNvSpPr txBox="1"/>
          <p:nvPr/>
        </p:nvSpPr>
        <p:spPr>
          <a:xfrm>
            <a:off x="6912543" y="1791298"/>
            <a:ext cx="3322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Def. The aggregate summation of all coating loss measurements for a specific zone.</a:t>
            </a:r>
          </a:p>
        </p:txBody>
      </p:sp>
    </p:spTree>
    <p:extLst>
      <p:ext uri="{BB962C8B-B14F-4D97-AF65-F5344CB8AC3E}">
        <p14:creationId xmlns:p14="http://schemas.microsoft.com/office/powerpoint/2010/main" val="55116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93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3EDF-6C32-5F2D-9AB0-96E9C915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B47BF0-A923-DB46-6547-6B6454B313A6}"/>
              </a:ext>
            </a:extLst>
          </p:cNvPr>
          <p:cNvSpPr/>
          <p:nvPr/>
        </p:nvSpPr>
        <p:spPr>
          <a:xfrm>
            <a:off x="445197" y="5442369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7CC0E-4533-B3D8-681F-0D232EF23DBF}"/>
              </a:ext>
            </a:extLst>
          </p:cNvPr>
          <p:cNvSpPr txBox="1"/>
          <p:nvPr/>
        </p:nvSpPr>
        <p:spPr>
          <a:xfrm>
            <a:off x="1564187" y="-45175"/>
            <a:ext cx="1057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bronze_idx,assy,position,sub_position,adhesive,partial,wear,total,date,</a:t>
            </a:r>
            <a:r>
              <a:rPr lang="en-US" sz="1200" dirty="0">
                <a:highlight>
                  <a:srgbClr val="FFFF00"/>
                </a:highlight>
              </a:rPr>
              <a:t>esn</a:t>
            </a:r>
            <a:r>
              <a:rPr lang="en-US" sz="1200" dirty="0"/>
              <a:t>,tacs,base,origin_sheet_name,origin_fn,ingest_stage,ingest_dt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6AE8BF-95B9-19F6-FD00-9547B17069E5}"/>
              </a:ext>
            </a:extLst>
          </p:cNvPr>
          <p:cNvSpPr/>
          <p:nvPr/>
        </p:nvSpPr>
        <p:spPr>
          <a:xfrm>
            <a:off x="5063552" y="5442369"/>
            <a:ext cx="234236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0A3C9D-5EF1-13B2-3EA0-078D29B12749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flipH="1">
            <a:off x="1564187" y="5525717"/>
            <a:ext cx="34993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E132BB-3A26-C362-685C-B8C5FD4CE47E}"/>
              </a:ext>
            </a:extLst>
          </p:cNvPr>
          <p:cNvSpPr txBox="1"/>
          <p:nvPr/>
        </p:nvSpPr>
        <p:spPr>
          <a:xfrm>
            <a:off x="2960028" y="5279495"/>
            <a:ext cx="1292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designates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992440-F598-2497-61E9-A4C86A1988F3}"/>
              </a:ext>
            </a:extLst>
          </p:cNvPr>
          <p:cNvSpPr txBox="1"/>
          <p:nvPr/>
        </p:nvSpPr>
        <p:spPr>
          <a:xfrm>
            <a:off x="5735094" y="5609064"/>
            <a:ext cx="721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highlight>
                  <a:srgbClr val="FFFF00"/>
                </a:highlight>
              </a:rPr>
              <a:t>esn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006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30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4AD7C7-B82A-502F-2937-4D55844AD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479878"/>
              </p:ext>
            </p:extLst>
          </p:nvPr>
        </p:nvGraphicFramePr>
        <p:xfrm>
          <a:off x="1720403" y="-220390"/>
          <a:ext cx="9224523" cy="440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374">
                  <a:extLst>
                    <a:ext uri="{9D8B030D-6E8A-4147-A177-3AD203B41FA5}">
                      <a16:colId xmlns:a16="http://schemas.microsoft.com/office/drawing/2014/main" val="4113133263"/>
                    </a:ext>
                  </a:extLst>
                </a:gridCol>
                <a:gridCol w="515155">
                  <a:extLst>
                    <a:ext uri="{9D8B030D-6E8A-4147-A177-3AD203B41FA5}">
                      <a16:colId xmlns:a16="http://schemas.microsoft.com/office/drawing/2014/main" val="814943709"/>
                    </a:ext>
                  </a:extLst>
                </a:gridCol>
                <a:gridCol w="1028839">
                  <a:extLst>
                    <a:ext uri="{9D8B030D-6E8A-4147-A177-3AD203B41FA5}">
                      <a16:colId xmlns:a16="http://schemas.microsoft.com/office/drawing/2014/main" val="4269869906"/>
                    </a:ext>
                  </a:extLst>
                </a:gridCol>
                <a:gridCol w="490868">
                  <a:extLst>
                    <a:ext uri="{9D8B030D-6E8A-4147-A177-3AD203B41FA5}">
                      <a16:colId xmlns:a16="http://schemas.microsoft.com/office/drawing/2014/main" val="1895307912"/>
                    </a:ext>
                  </a:extLst>
                </a:gridCol>
                <a:gridCol w="521594">
                  <a:extLst>
                    <a:ext uri="{9D8B030D-6E8A-4147-A177-3AD203B41FA5}">
                      <a16:colId xmlns:a16="http://schemas.microsoft.com/office/drawing/2014/main" val="1993246621"/>
                    </a:ext>
                  </a:extLst>
                </a:gridCol>
                <a:gridCol w="386367">
                  <a:extLst>
                    <a:ext uri="{9D8B030D-6E8A-4147-A177-3AD203B41FA5}">
                      <a16:colId xmlns:a16="http://schemas.microsoft.com/office/drawing/2014/main" val="1981458327"/>
                    </a:ext>
                  </a:extLst>
                </a:gridCol>
                <a:gridCol w="334850">
                  <a:extLst>
                    <a:ext uri="{9D8B030D-6E8A-4147-A177-3AD203B41FA5}">
                      <a16:colId xmlns:a16="http://schemas.microsoft.com/office/drawing/2014/main" val="2852688434"/>
                    </a:ext>
                  </a:extLst>
                </a:gridCol>
                <a:gridCol w="592429">
                  <a:extLst>
                    <a:ext uri="{9D8B030D-6E8A-4147-A177-3AD203B41FA5}">
                      <a16:colId xmlns:a16="http://schemas.microsoft.com/office/drawing/2014/main" val="2052582059"/>
                    </a:ext>
                  </a:extLst>
                </a:gridCol>
                <a:gridCol w="534473">
                  <a:extLst>
                    <a:ext uri="{9D8B030D-6E8A-4147-A177-3AD203B41FA5}">
                      <a16:colId xmlns:a16="http://schemas.microsoft.com/office/drawing/2014/main" val="2271525975"/>
                    </a:ext>
                  </a:extLst>
                </a:gridCol>
                <a:gridCol w="605307">
                  <a:extLst>
                    <a:ext uri="{9D8B030D-6E8A-4147-A177-3AD203B41FA5}">
                      <a16:colId xmlns:a16="http://schemas.microsoft.com/office/drawing/2014/main" val="2399733318"/>
                    </a:ext>
                  </a:extLst>
                </a:gridCol>
                <a:gridCol w="605307">
                  <a:extLst>
                    <a:ext uri="{9D8B030D-6E8A-4147-A177-3AD203B41FA5}">
                      <a16:colId xmlns:a16="http://schemas.microsoft.com/office/drawing/2014/main" val="891617509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52032130"/>
                    </a:ext>
                  </a:extLst>
                </a:gridCol>
                <a:gridCol w="650383">
                  <a:extLst>
                    <a:ext uri="{9D8B030D-6E8A-4147-A177-3AD203B41FA5}">
                      <a16:colId xmlns:a16="http://schemas.microsoft.com/office/drawing/2014/main" val="1700509364"/>
                    </a:ext>
                  </a:extLst>
                </a:gridCol>
                <a:gridCol w="772732">
                  <a:extLst>
                    <a:ext uri="{9D8B030D-6E8A-4147-A177-3AD203B41FA5}">
                      <a16:colId xmlns:a16="http://schemas.microsoft.com/office/drawing/2014/main" val="2521782875"/>
                    </a:ext>
                  </a:extLst>
                </a:gridCol>
                <a:gridCol w="663262">
                  <a:extLst>
                    <a:ext uri="{9D8B030D-6E8A-4147-A177-3AD203B41FA5}">
                      <a16:colId xmlns:a16="http://schemas.microsoft.com/office/drawing/2014/main" val="4210946823"/>
                    </a:ext>
                  </a:extLst>
                </a:gridCol>
              </a:tblGrid>
              <a:tr h="142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assy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position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sub_position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adhesive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partial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wear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total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esn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tacs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origin_sheet_name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origin_fn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ingest_stage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ingest_dt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010485"/>
                  </a:ext>
                </a:extLst>
              </a:tr>
              <a:tr h="162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TEC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Concave </a:t>
                      </a:r>
                      <a:r>
                        <a:rPr lang="en-US" sz="800" u="none" strike="noStrike" dirty="0" err="1">
                          <a:effectLst/>
                        </a:rPr>
                        <a:t>FwD</a:t>
                      </a:r>
                      <a:r>
                        <a:rPr lang="en-US" sz="800" u="none" strike="noStrike" dirty="0">
                          <a:effectLst/>
                        </a:rPr>
                        <a:t> Panel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0.05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0.1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0.15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6/1/2025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E1234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12450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BaseA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TEC_Sheet1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FN001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silver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6/5/2025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14750"/>
                  </a:ext>
                </a:extLst>
              </a:tr>
              <a:tr h="1352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TEC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Concave Mid Panel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0.2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0.05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0.25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6/1/2025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E1234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12450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BaseA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TEC_Sheet1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FN001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silver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6/5/2025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23" marR="4923" marT="492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489829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B03C27-0E67-EEAC-FB8B-431A19C6D637}"/>
              </a:ext>
            </a:extLst>
          </p:cNvPr>
          <p:cNvSpPr/>
          <p:nvPr/>
        </p:nvSpPr>
        <p:spPr>
          <a:xfrm>
            <a:off x="231203" y="158501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274AB3-8E64-5105-E583-B2B942A8AC9B}"/>
              </a:ext>
            </a:extLst>
          </p:cNvPr>
          <p:cNvSpPr/>
          <p:nvPr/>
        </p:nvSpPr>
        <p:spPr>
          <a:xfrm>
            <a:off x="122807" y="2316967"/>
            <a:ext cx="1565401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Assembly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DE09B7-E11E-340A-97DD-685463F0CE18}"/>
              </a:ext>
            </a:extLst>
          </p:cNvPr>
          <p:cNvSpPr/>
          <p:nvPr/>
        </p:nvSpPr>
        <p:spPr>
          <a:xfrm>
            <a:off x="759854" y="3048916"/>
            <a:ext cx="70514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CB6114-33E1-8694-2F00-B2861D95A35C}"/>
              </a:ext>
            </a:extLst>
          </p:cNvPr>
          <p:cNvSpPr/>
          <p:nvPr/>
        </p:nvSpPr>
        <p:spPr>
          <a:xfrm>
            <a:off x="4742672" y="4116574"/>
            <a:ext cx="705147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27EDAC-3EA2-4F16-AF76-1C3D6BE7E17D}"/>
              </a:ext>
            </a:extLst>
          </p:cNvPr>
          <p:cNvSpPr/>
          <p:nvPr/>
        </p:nvSpPr>
        <p:spPr>
          <a:xfrm>
            <a:off x="5121058" y="5731088"/>
            <a:ext cx="1563077" cy="166696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CFCDDE-3629-AC52-6752-B2974B4BF423}"/>
              </a:ext>
            </a:extLst>
          </p:cNvPr>
          <p:cNvSpPr/>
          <p:nvPr/>
        </p:nvSpPr>
        <p:spPr>
          <a:xfrm>
            <a:off x="5314461" y="6069141"/>
            <a:ext cx="1434069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Engine Serial Number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CB1970-737D-E81C-8FF0-F309F0A66C19}"/>
              </a:ext>
            </a:extLst>
          </p:cNvPr>
          <p:cNvSpPr/>
          <p:nvPr/>
        </p:nvSpPr>
        <p:spPr>
          <a:xfrm>
            <a:off x="8628625" y="1314691"/>
            <a:ext cx="1507048" cy="16638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Engine Operation Cycle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F5380B-AB8A-A02D-8FF1-5604E87CB209}"/>
              </a:ext>
            </a:extLst>
          </p:cNvPr>
          <p:cNvSpPr/>
          <p:nvPr/>
        </p:nvSpPr>
        <p:spPr>
          <a:xfrm>
            <a:off x="5943600" y="1585018"/>
            <a:ext cx="1266422" cy="16669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B4677A-825F-4605-CA61-C91C8DDF794E}"/>
              </a:ext>
            </a:extLst>
          </p:cNvPr>
          <p:cNvSpPr/>
          <p:nvPr/>
        </p:nvSpPr>
        <p:spPr>
          <a:xfrm>
            <a:off x="231203" y="3504700"/>
            <a:ext cx="1339162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Facility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14D82F-C588-04F7-26E8-1583B7238B9C}"/>
              </a:ext>
            </a:extLst>
          </p:cNvPr>
          <p:cNvSpPr/>
          <p:nvPr/>
        </p:nvSpPr>
        <p:spPr>
          <a:xfrm>
            <a:off x="231203" y="4199921"/>
            <a:ext cx="1427296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Exhaust Case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35B0E3-FDB4-2289-363D-4E02B9D9039A}"/>
              </a:ext>
            </a:extLst>
          </p:cNvPr>
          <p:cNvSpPr/>
          <p:nvPr/>
        </p:nvSpPr>
        <p:spPr>
          <a:xfrm>
            <a:off x="2672366" y="1329652"/>
            <a:ext cx="607454" cy="13645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32304C-F829-858E-3B60-2237F16144C5}"/>
              </a:ext>
            </a:extLst>
          </p:cNvPr>
          <p:cNvSpPr/>
          <p:nvPr/>
        </p:nvSpPr>
        <p:spPr>
          <a:xfrm>
            <a:off x="2107167" y="1547025"/>
            <a:ext cx="1815921" cy="16669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30A11D-BA31-ADB2-820E-CF7E1A71FDF2}"/>
              </a:ext>
            </a:extLst>
          </p:cNvPr>
          <p:cNvSpPr/>
          <p:nvPr/>
        </p:nvSpPr>
        <p:spPr>
          <a:xfrm>
            <a:off x="8628625" y="2002101"/>
            <a:ext cx="1255910" cy="16638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A79FE9-B4D5-CD22-CF7E-D75F1B488DC1}"/>
              </a:ext>
            </a:extLst>
          </p:cNvPr>
          <p:cNvSpPr/>
          <p:nvPr/>
        </p:nvSpPr>
        <p:spPr>
          <a:xfrm>
            <a:off x="10603386" y="2002101"/>
            <a:ext cx="1109949" cy="16638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Date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958B2B-87E6-EFF6-FAC6-A6A669DC780A}"/>
              </a:ext>
            </a:extLst>
          </p:cNvPr>
          <p:cNvSpPr/>
          <p:nvPr/>
        </p:nvSpPr>
        <p:spPr>
          <a:xfrm>
            <a:off x="4961887" y="3491359"/>
            <a:ext cx="1722248" cy="16669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426095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810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9243F-56DB-CFED-5F37-40B8D92B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9EC97-4F83-C26C-FC45-4CFD818CE69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8A69FC-CB5A-DA1B-69A9-2539552F4274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4CD8EC-3068-1703-BF87-3B42088C6106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A94268-F728-7764-1A27-5D27C22297BB}"/>
              </a:ext>
            </a:extLst>
          </p:cNvPr>
          <p:cNvSpPr/>
          <p:nvPr/>
        </p:nvSpPr>
        <p:spPr>
          <a:xfrm>
            <a:off x="2686833" y="161168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361947-C4F5-C456-1350-A5BF884AB08E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CB2F40-2E4A-B91C-C796-36AF7A775E3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411482-7B59-4097-E97A-DC99124D41C8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2D3A37-6155-7AD8-03D2-C277FD4E79F5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B2E805-07BC-DE30-33AF-D9678E91C34F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E0A3AB-0625-E221-FE8B-386ED5C4D454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</p:spTree>
    <p:extLst>
      <p:ext uri="{BB962C8B-B14F-4D97-AF65-F5344CB8AC3E}">
        <p14:creationId xmlns:p14="http://schemas.microsoft.com/office/powerpoint/2010/main" val="284065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911A-DB8A-C940-E569-B7F7D2DD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8EEEB-41BF-150E-F0D5-EEBE0374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4D6D1-10BB-A7D7-DBD0-FC3C07B3388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6BE12-8687-1CE5-6786-ED70D3DACD4E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D251B1-1CC0-4550-AB48-EA0F3CF79497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6FAAB2-FB06-C837-AD7E-A9697528F115}"/>
              </a:ext>
            </a:extLst>
          </p:cNvPr>
          <p:cNvSpPr/>
          <p:nvPr/>
        </p:nvSpPr>
        <p:spPr>
          <a:xfrm>
            <a:off x="2430050" y="224826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BBC29D-EEDE-89B5-C507-E0F01B1E7CA5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47551A-4D0B-525B-B432-2C95DC18FBEF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62466C-D97B-3AEB-EDAF-163F335FFA92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DA4712-D5CB-F8A0-B442-A59D97B3891F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641B6C-7462-C63A-E0F2-369A5B353CBE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2FD141-CB9B-CC0E-5CE6-FC901D0419C5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22C770-B87C-287C-BF02-27F5410007D0}"/>
              </a:ext>
            </a:extLst>
          </p:cNvPr>
          <p:cNvCxnSpPr>
            <a:cxnSpLocks/>
          </p:cNvCxnSpPr>
          <p:nvPr/>
        </p:nvCxnSpPr>
        <p:spPr>
          <a:xfrm>
            <a:off x="2054268" y="320863"/>
            <a:ext cx="3526077" cy="5134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86EB90-027F-93DF-1E8E-CB5BF6AC7B83}"/>
              </a:ext>
            </a:extLst>
          </p:cNvPr>
          <p:cNvCxnSpPr>
            <a:cxnSpLocks/>
          </p:cNvCxnSpPr>
          <p:nvPr/>
        </p:nvCxnSpPr>
        <p:spPr>
          <a:xfrm>
            <a:off x="3363238" y="160432"/>
            <a:ext cx="2989545" cy="5796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D9D5E-87BF-2117-7B11-0C9451C8F1B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564682" y="250521"/>
            <a:ext cx="529747" cy="1271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7CDADF-44E2-FF53-10A0-35ADECE34DD3}"/>
              </a:ext>
            </a:extLst>
          </p:cNvPr>
          <p:cNvCxnSpPr>
            <a:cxnSpLocks/>
          </p:cNvCxnSpPr>
          <p:nvPr/>
        </p:nvCxnSpPr>
        <p:spPr>
          <a:xfrm>
            <a:off x="4653941" y="160432"/>
            <a:ext cx="1836629" cy="357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5A7A9-74C4-1CDA-4DCC-3E06C11A473B}"/>
              </a:ext>
            </a:extLst>
          </p:cNvPr>
          <p:cNvCxnSpPr>
            <a:cxnSpLocks/>
          </p:cNvCxnSpPr>
          <p:nvPr/>
        </p:nvCxnSpPr>
        <p:spPr>
          <a:xfrm flipH="1">
            <a:off x="7120524" y="160432"/>
            <a:ext cx="1290703" cy="6127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20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45BC-082C-1CF7-5EB3-8C5BEC53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4FFDC-C575-548E-CCE8-2FC95B1F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3056F1-BD28-5D7F-F56B-6932F971271E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3D134-1246-48CA-AD04-1C8EA1EEDDA2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066191-9F39-FCCA-7761-57A1552EFBC0}"/>
              </a:ext>
            </a:extLst>
          </p:cNvPr>
          <p:cNvSpPr/>
          <p:nvPr/>
        </p:nvSpPr>
        <p:spPr>
          <a:xfrm>
            <a:off x="6736916" y="5455085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236F76-FBBB-A48E-24F5-9B452CD8A777}"/>
              </a:ext>
            </a:extLst>
          </p:cNvPr>
          <p:cNvSpPr/>
          <p:nvPr/>
        </p:nvSpPr>
        <p:spPr>
          <a:xfrm>
            <a:off x="2662824" y="1636734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D37F40-EB9D-BC05-1667-0CA7B89082D4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637EA-8735-B06B-73A5-3F12A2B5E4B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EDE33C-C133-5825-75AC-C4EDCA721FC5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6D153-A960-367D-FBDF-2523235EC92F}"/>
              </a:ext>
            </a:extLst>
          </p:cNvPr>
          <p:cNvSpPr/>
          <p:nvPr/>
        </p:nvSpPr>
        <p:spPr>
          <a:xfrm>
            <a:off x="8555274" y="5956765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801965-C856-BCB2-B4C7-8EA437FED9BA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39626B-3102-257A-C5A3-FF185E6DFCAF}"/>
              </a:ext>
            </a:extLst>
          </p:cNvPr>
          <p:cNvSpPr/>
          <p:nvPr/>
        </p:nvSpPr>
        <p:spPr>
          <a:xfrm>
            <a:off x="250520" y="3362955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118D0C-A06B-DB6B-C06E-62999D741205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1369510" y="4521896"/>
            <a:ext cx="3546956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D7C039-C6F9-87F6-3314-DA6B8516D0CB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810015" y="3529650"/>
            <a:ext cx="0" cy="908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5950E3-DA1C-E615-2ADC-C821F5ED4820}"/>
              </a:ext>
            </a:extLst>
          </p:cNvPr>
          <p:cNvSpPr/>
          <p:nvPr/>
        </p:nvSpPr>
        <p:spPr>
          <a:xfrm>
            <a:off x="2125249" y="2357864"/>
            <a:ext cx="171397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FD6FF6-AD21-75CE-92FF-7EB5656E3D4C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10015" y="2537404"/>
            <a:ext cx="2172223" cy="82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6D9E17-816A-11E1-2F74-0488D20D97AE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>
          <a:xfrm flipH="1">
            <a:off x="3839227" y="1611682"/>
            <a:ext cx="1937359" cy="835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138837-9E87-2ABF-B35D-1712756DE6A1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2982238" y="1816274"/>
            <a:ext cx="0" cy="54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734DB8-B474-E902-95DF-E525632F3321}"/>
              </a:ext>
            </a:extLst>
          </p:cNvPr>
          <p:cNvSpPr txBox="1"/>
          <p:nvPr/>
        </p:nvSpPr>
        <p:spPr>
          <a:xfrm>
            <a:off x="4397679" y="524631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BDA54A-CE5C-19FF-E4D7-8A3467D5F02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648711" y="6040113"/>
            <a:ext cx="1906563" cy="1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58342F-227E-CA5C-1F6E-AF9B8B3F76E5}"/>
              </a:ext>
            </a:extLst>
          </p:cNvPr>
          <p:cNvSpPr txBox="1"/>
          <p:nvPr/>
        </p:nvSpPr>
        <p:spPr>
          <a:xfrm>
            <a:off x="6648711" y="58336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2D7B72-BE56-2417-0C62-9C4D257AC4CB}"/>
              </a:ext>
            </a:extLst>
          </p:cNvPr>
          <p:cNvSpPr txBox="1"/>
          <p:nvPr/>
        </p:nvSpPr>
        <p:spPr>
          <a:xfrm>
            <a:off x="763566" y="3944493"/>
            <a:ext cx="820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has component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3B9E0-74C1-208C-1377-08FA06F75AAE}"/>
              </a:ext>
            </a:extLst>
          </p:cNvPr>
          <p:cNvSpPr txBox="1"/>
          <p:nvPr/>
        </p:nvSpPr>
        <p:spPr>
          <a:xfrm>
            <a:off x="2949881" y="198393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subclass of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6AAAE5-0293-69C4-6A83-D7831DB34372}"/>
              </a:ext>
            </a:extLst>
          </p:cNvPr>
          <p:cNvSpPr txBox="1"/>
          <p:nvPr/>
        </p:nvSpPr>
        <p:spPr>
          <a:xfrm>
            <a:off x="4937865" y="146827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C8EFF5-E7CD-20CF-46E6-157FBCFD4E55}"/>
              </a:ext>
            </a:extLst>
          </p:cNvPr>
          <p:cNvCxnSpPr>
            <a:cxnSpLocks/>
            <a:stCxn id="8" idx="0"/>
            <a:endCxn id="17" idx="2"/>
          </p:cNvCxnSpPr>
          <p:nvPr/>
        </p:nvCxnSpPr>
        <p:spPr>
          <a:xfrm flipH="1" flipV="1">
            <a:off x="2982238" y="2537404"/>
            <a:ext cx="4306345" cy="291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4917E4-8FED-D185-9A55-CB14D9597868}"/>
              </a:ext>
            </a:extLst>
          </p:cNvPr>
          <p:cNvSpPr txBox="1"/>
          <p:nvPr/>
        </p:nvSpPr>
        <p:spPr>
          <a:xfrm>
            <a:off x="7051371" y="518920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676331-817E-CA69-AA82-BE68C96F48B2}"/>
              </a:ext>
            </a:extLst>
          </p:cNvPr>
          <p:cNvSpPr txBox="1"/>
          <p:nvPr/>
        </p:nvSpPr>
        <p:spPr>
          <a:xfrm>
            <a:off x="876824" y="289259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bearer of</a:t>
            </a:r>
          </a:p>
        </p:txBody>
      </p:sp>
    </p:spTree>
    <p:extLst>
      <p:ext uri="{BB962C8B-B14F-4D97-AF65-F5344CB8AC3E}">
        <p14:creationId xmlns:p14="http://schemas.microsoft.com/office/powerpoint/2010/main" val="50543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2849C5-5944-32C7-2409-1AFBC2E301DC}"/>
              </a:ext>
            </a:extLst>
          </p:cNvPr>
          <p:cNvSpPr/>
          <p:nvPr/>
        </p:nvSpPr>
        <p:spPr>
          <a:xfrm>
            <a:off x="495299" y="1143000"/>
            <a:ext cx="1087315" cy="20574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10815C-02C1-725C-2658-56EB61B8444B}"/>
              </a:ext>
            </a:extLst>
          </p:cNvPr>
          <p:cNvSpPr/>
          <p:nvPr/>
        </p:nvSpPr>
        <p:spPr>
          <a:xfrm>
            <a:off x="5298830" y="5647593"/>
            <a:ext cx="1594339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EA130-A1EF-D951-2031-3BBBC30B3945}"/>
              </a:ext>
            </a:extLst>
          </p:cNvPr>
          <p:cNvSpPr/>
          <p:nvPr/>
        </p:nvSpPr>
        <p:spPr>
          <a:xfrm>
            <a:off x="5618285" y="1799493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65789-621D-1C51-5699-AFDD64317E88}"/>
              </a:ext>
            </a:extLst>
          </p:cNvPr>
          <p:cNvSpPr/>
          <p:nvPr/>
        </p:nvSpPr>
        <p:spPr>
          <a:xfrm>
            <a:off x="307730" y="2347547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8641B-0308-0D14-12A3-C5B807C20A74}"/>
              </a:ext>
            </a:extLst>
          </p:cNvPr>
          <p:cNvSpPr/>
          <p:nvPr/>
        </p:nvSpPr>
        <p:spPr>
          <a:xfrm>
            <a:off x="2236174" y="1880048"/>
            <a:ext cx="1787772" cy="1905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4EC-21C9-FFF9-712B-154E983EB748}"/>
              </a:ext>
            </a:extLst>
          </p:cNvPr>
          <p:cNvSpPr/>
          <p:nvPr/>
        </p:nvSpPr>
        <p:spPr>
          <a:xfrm>
            <a:off x="2705098" y="1333503"/>
            <a:ext cx="624252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09104D-1556-EED0-D69C-5A6BFA51C5C9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flipH="1" flipV="1">
            <a:off x="1038957" y="1348740"/>
            <a:ext cx="4259873" cy="43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2903B5-4102-368A-917B-39DA5211D15B}"/>
              </a:ext>
            </a:extLst>
          </p:cNvPr>
          <p:cNvSpPr txBox="1"/>
          <p:nvPr/>
        </p:nvSpPr>
        <p:spPr>
          <a:xfrm>
            <a:off x="4545622" y="5275345"/>
            <a:ext cx="91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453800-6FAF-C62D-2580-3A421C2983D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945172" y="1348740"/>
            <a:ext cx="93785" cy="99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A3FCE0-52EB-940B-9062-23859CB75834}"/>
              </a:ext>
            </a:extLst>
          </p:cNvPr>
          <p:cNvSpPr txBox="1"/>
          <p:nvPr/>
        </p:nvSpPr>
        <p:spPr>
          <a:xfrm>
            <a:off x="307730" y="1880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has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6EC1D-54BD-8D2C-242A-D57140E7D669}"/>
              </a:ext>
            </a:extLst>
          </p:cNvPr>
          <p:cNvSpPr txBox="1"/>
          <p:nvPr/>
        </p:nvSpPr>
        <p:spPr>
          <a:xfrm>
            <a:off x="2357804" y="1551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Subclass of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3EEAE1-EFD1-A258-5741-A1F799CBEF5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582614" y="1975298"/>
            <a:ext cx="653560" cy="46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72E757-D429-495E-07D6-7449CE275596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017224" y="1524002"/>
            <a:ext cx="112836" cy="3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CECFFF-402D-CCAC-B715-E8385EC16C96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023946" y="1894743"/>
            <a:ext cx="1594339" cy="8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DFA18F-B2A9-59D9-9418-44EED696607C}"/>
              </a:ext>
            </a:extLst>
          </p:cNvPr>
          <p:cNvSpPr txBox="1"/>
          <p:nvPr/>
        </p:nvSpPr>
        <p:spPr>
          <a:xfrm>
            <a:off x="4314089" y="1689548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describes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DE1AC-6F81-020F-EFE8-7E7DC286CB5A}"/>
              </a:ext>
            </a:extLst>
          </p:cNvPr>
          <p:cNvSpPr txBox="1"/>
          <p:nvPr/>
        </p:nvSpPr>
        <p:spPr>
          <a:xfrm>
            <a:off x="1901335" y="2070548"/>
            <a:ext cx="825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bearer 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72373-4DFB-133F-39EB-1CF7D29CDE05}"/>
              </a:ext>
            </a:extLst>
          </p:cNvPr>
          <p:cNvSpPr txBox="1"/>
          <p:nvPr/>
        </p:nvSpPr>
        <p:spPr>
          <a:xfrm>
            <a:off x="1479303" y="-17584"/>
            <a:ext cx="4259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What part serial numbers were on the engine at a given time?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07B8AA-5733-BA24-5FB3-202C940C0AAC}"/>
              </a:ext>
            </a:extLst>
          </p:cNvPr>
          <p:cNvSpPr/>
          <p:nvPr/>
        </p:nvSpPr>
        <p:spPr>
          <a:xfrm>
            <a:off x="4106007" y="0"/>
            <a:ext cx="457199" cy="259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7DA23A-47AF-F9D7-19E6-43E42E3BD1C4}"/>
              </a:ext>
            </a:extLst>
          </p:cNvPr>
          <p:cNvCxnSpPr>
            <a:cxnSpLocks/>
            <a:stCxn id="36" idx="2"/>
            <a:endCxn id="2" idx="3"/>
          </p:cNvCxnSpPr>
          <p:nvPr/>
        </p:nvCxnSpPr>
        <p:spPr>
          <a:xfrm flipH="1">
            <a:off x="1582614" y="259415"/>
            <a:ext cx="2751993" cy="986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03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9002-0C5D-7013-BA45-16EFB9E8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7ED9AF-81F9-CE93-1DED-B9C7D703CDEC}"/>
              </a:ext>
            </a:extLst>
          </p:cNvPr>
          <p:cNvSpPr/>
          <p:nvPr/>
        </p:nvSpPr>
        <p:spPr>
          <a:xfrm>
            <a:off x="495299" y="1143000"/>
            <a:ext cx="1087315" cy="20574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6B4703-883C-6290-9FAC-0E2BD8C60AF8}"/>
              </a:ext>
            </a:extLst>
          </p:cNvPr>
          <p:cNvSpPr/>
          <p:nvPr/>
        </p:nvSpPr>
        <p:spPr>
          <a:xfrm>
            <a:off x="5298830" y="5647593"/>
            <a:ext cx="1594339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7B7513-B710-F9AC-B0E8-151E89E25256}"/>
              </a:ext>
            </a:extLst>
          </p:cNvPr>
          <p:cNvSpPr/>
          <p:nvPr/>
        </p:nvSpPr>
        <p:spPr>
          <a:xfrm>
            <a:off x="5618285" y="1799493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A6057B-0C4F-B905-3AB4-D74EF71566F1}"/>
              </a:ext>
            </a:extLst>
          </p:cNvPr>
          <p:cNvSpPr/>
          <p:nvPr/>
        </p:nvSpPr>
        <p:spPr>
          <a:xfrm>
            <a:off x="307730" y="2347547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A6CF78-4B34-971F-1B4A-5D4DCEFCB084}"/>
              </a:ext>
            </a:extLst>
          </p:cNvPr>
          <p:cNvSpPr/>
          <p:nvPr/>
        </p:nvSpPr>
        <p:spPr>
          <a:xfrm>
            <a:off x="2236174" y="1880048"/>
            <a:ext cx="1787772" cy="1905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A953C3-10D4-6EBF-459F-86CC2DAE1010}"/>
              </a:ext>
            </a:extLst>
          </p:cNvPr>
          <p:cNvSpPr/>
          <p:nvPr/>
        </p:nvSpPr>
        <p:spPr>
          <a:xfrm>
            <a:off x="2705098" y="1333503"/>
            <a:ext cx="624252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ED259C-2BA5-9050-DB14-6FC8BBB5EA41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flipH="1" flipV="1">
            <a:off x="1038957" y="1348740"/>
            <a:ext cx="4259873" cy="43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4A2D42-8DE8-15A6-5FC4-6E9B80A09C37}"/>
              </a:ext>
            </a:extLst>
          </p:cNvPr>
          <p:cNvSpPr txBox="1"/>
          <p:nvPr/>
        </p:nvSpPr>
        <p:spPr>
          <a:xfrm>
            <a:off x="4545622" y="5275345"/>
            <a:ext cx="91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AA38EF-E7F6-B35D-17A8-3DC79DF470C8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945172" y="1348740"/>
            <a:ext cx="93785" cy="99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52BFAF7-7C3E-A89B-DBB7-BEF018127812}"/>
              </a:ext>
            </a:extLst>
          </p:cNvPr>
          <p:cNvSpPr txBox="1"/>
          <p:nvPr/>
        </p:nvSpPr>
        <p:spPr>
          <a:xfrm>
            <a:off x="307730" y="1880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has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FE664-F210-054E-B9B1-28025E28940C}"/>
              </a:ext>
            </a:extLst>
          </p:cNvPr>
          <p:cNvSpPr txBox="1"/>
          <p:nvPr/>
        </p:nvSpPr>
        <p:spPr>
          <a:xfrm>
            <a:off x="2357804" y="1551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Subclass of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000A86-BAFB-7BA0-EE2C-95FA28DAD93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582614" y="1975298"/>
            <a:ext cx="653560" cy="46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36D55F-D47F-109F-51AE-B490BE2531FE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017224" y="1524002"/>
            <a:ext cx="112836" cy="3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D8B7C5-9875-BFCF-8B3A-7E2EC0EB77ED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023946" y="1894743"/>
            <a:ext cx="1594339" cy="8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87DED7B-C92D-F02E-509D-27B835E02343}"/>
              </a:ext>
            </a:extLst>
          </p:cNvPr>
          <p:cNvSpPr txBox="1"/>
          <p:nvPr/>
        </p:nvSpPr>
        <p:spPr>
          <a:xfrm>
            <a:off x="4314089" y="1689548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describes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2D88DD-C876-A67C-61D3-CDAD8714EF4D}"/>
              </a:ext>
            </a:extLst>
          </p:cNvPr>
          <p:cNvSpPr txBox="1"/>
          <p:nvPr/>
        </p:nvSpPr>
        <p:spPr>
          <a:xfrm>
            <a:off x="1901335" y="2070548"/>
            <a:ext cx="825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bearer 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F19748-6AA1-AB98-57E0-3DA219EE3117}"/>
              </a:ext>
            </a:extLst>
          </p:cNvPr>
          <p:cNvSpPr txBox="1"/>
          <p:nvPr/>
        </p:nvSpPr>
        <p:spPr>
          <a:xfrm>
            <a:off x="3017224" y="-17584"/>
            <a:ext cx="272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ESN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74C2FA-201C-0BBD-33CC-9B19AD590F33}"/>
              </a:ext>
            </a:extLst>
          </p:cNvPr>
          <p:cNvSpPr/>
          <p:nvPr/>
        </p:nvSpPr>
        <p:spPr>
          <a:xfrm>
            <a:off x="4106007" y="0"/>
            <a:ext cx="457199" cy="259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E8069F-EA11-AEA9-7010-AB87552E416C}"/>
              </a:ext>
            </a:extLst>
          </p:cNvPr>
          <p:cNvCxnSpPr>
            <a:cxnSpLocks/>
            <a:stCxn id="36" idx="2"/>
            <a:endCxn id="2" idx="3"/>
          </p:cNvCxnSpPr>
          <p:nvPr/>
        </p:nvCxnSpPr>
        <p:spPr>
          <a:xfrm flipH="1">
            <a:off x="1582614" y="259415"/>
            <a:ext cx="2751993" cy="986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943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07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4217</TotalTime>
  <Words>805</Words>
  <Application>Microsoft Office PowerPoint</Application>
  <PresentationFormat>Widescreen</PresentationFormat>
  <Paragraphs>184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Narrow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Shatad Purohit</cp:lastModifiedBy>
  <cp:revision>9</cp:revision>
  <dcterms:created xsi:type="dcterms:W3CDTF">2025-09-01T05:50:38Z</dcterms:created>
  <dcterms:modified xsi:type="dcterms:W3CDTF">2025-12-04T21:25:31Z</dcterms:modified>
</cp:coreProperties>
</file>
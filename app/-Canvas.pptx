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sldIdLst>
    <p:sldId id="258" r:id="rId3"/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2" autoAdjust="0"/>
    <p:restoredTop sz="96913" autoAdjust="0"/>
  </p:normalViewPr>
  <p:slideViewPr>
    <p:cSldViewPr snapToGrid="0" showGuides="1">
      <p:cViewPr varScale="1">
        <p:scale>
          <a:sx n="114" d="100"/>
          <a:sy n="114" d="100"/>
        </p:scale>
        <p:origin x="96" y="5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2079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63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E7854841-36A7-30D1-5BBE-94CA7C64F470}"/>
              </a:ext>
            </a:extLst>
          </p:cNvPr>
          <p:cNvSpPr txBox="1">
            <a:spLocks/>
          </p:cNvSpPr>
          <p:nvPr userDrawn="1"/>
        </p:nvSpPr>
        <p:spPr>
          <a:xfrm>
            <a:off x="72851" y="79066"/>
            <a:ext cx="7854159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/>
              <a:t>Things That Exist</a:t>
            </a:r>
            <a:endParaRPr lang="en-US" sz="1200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CF63EC-2DA4-6F7F-E9CA-AE9F875161FD}"/>
              </a:ext>
            </a:extLst>
          </p:cNvPr>
          <p:cNvSpPr txBox="1">
            <a:spLocks/>
          </p:cNvSpPr>
          <p:nvPr userDrawn="1"/>
        </p:nvSpPr>
        <p:spPr>
          <a:xfrm>
            <a:off x="7994688" y="76993"/>
            <a:ext cx="4124435" cy="2285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1" dirty="0"/>
              <a:t>Things That Happen</a:t>
            </a:r>
            <a:endParaRPr lang="en-US" sz="12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8585A34-D65C-47AD-92BB-D5FB7F8F891D}"/>
              </a:ext>
            </a:extLst>
          </p:cNvPr>
          <p:cNvSpPr txBox="1">
            <a:spLocks/>
          </p:cNvSpPr>
          <p:nvPr userDrawn="1"/>
        </p:nvSpPr>
        <p:spPr>
          <a:xfrm>
            <a:off x="4255741" y="382642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Information Things</a:t>
            </a:r>
            <a:br>
              <a:rPr lang="en-US" sz="4800" b="1" dirty="0"/>
            </a:br>
            <a:r>
              <a:rPr lang="en-US" sz="4000" dirty="0"/>
              <a:t>(Data that describes, prescribes, designates things)</a:t>
            </a:r>
            <a:endParaRPr lang="en-US" sz="105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83D191F-101E-3709-8F7E-E3DD73E44322}"/>
              </a:ext>
            </a:extLst>
          </p:cNvPr>
          <p:cNvSpPr txBox="1">
            <a:spLocks/>
          </p:cNvSpPr>
          <p:nvPr userDrawn="1"/>
        </p:nvSpPr>
        <p:spPr>
          <a:xfrm>
            <a:off x="1815050" y="382642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Qualities, Functions, Roles</a:t>
            </a:r>
            <a:br>
              <a:rPr lang="en-US" b="1" dirty="0"/>
            </a:br>
            <a:r>
              <a:rPr lang="en-US" sz="4000" dirty="0"/>
              <a:t>(Entities tied to things)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D968D78-5C19-6A59-0C7F-1A30083FD493}"/>
              </a:ext>
            </a:extLst>
          </p:cNvPr>
          <p:cNvSpPr txBox="1">
            <a:spLocks/>
          </p:cNvSpPr>
          <p:nvPr userDrawn="1"/>
        </p:nvSpPr>
        <p:spPr>
          <a:xfrm>
            <a:off x="72851" y="382642"/>
            <a:ext cx="1674594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Material Things </a:t>
            </a:r>
            <a:br>
              <a:rPr lang="en-US" sz="4800" b="1" dirty="0"/>
            </a:br>
            <a:r>
              <a:rPr lang="en-US" sz="4000" dirty="0"/>
              <a:t>(e.g., aircraft engine)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8D47AFF-0510-2CB5-CE9E-F76DB058341B}"/>
              </a:ext>
            </a:extLst>
          </p:cNvPr>
          <p:cNvSpPr txBox="1">
            <a:spLocks/>
          </p:cNvSpPr>
          <p:nvPr userDrawn="1"/>
        </p:nvSpPr>
        <p:spPr>
          <a:xfrm>
            <a:off x="7994698" y="382642"/>
            <a:ext cx="2375997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Processes</a:t>
            </a:r>
            <a:br>
              <a:rPr lang="en-US" b="1" dirty="0"/>
            </a:br>
            <a:r>
              <a:rPr lang="en-US" sz="4000" dirty="0"/>
              <a:t>(e.g., inspection)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E4ABDBC-E097-5EE2-2991-8648815D7A49}"/>
              </a:ext>
            </a:extLst>
          </p:cNvPr>
          <p:cNvSpPr txBox="1">
            <a:spLocks/>
          </p:cNvSpPr>
          <p:nvPr userDrawn="1"/>
        </p:nvSpPr>
        <p:spPr>
          <a:xfrm>
            <a:off x="10438301" y="382642"/>
            <a:ext cx="1680822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Time Periods</a:t>
            </a:r>
            <a:br>
              <a:rPr lang="en-US" sz="4800" b="1" dirty="0"/>
            </a:br>
            <a:r>
              <a:rPr lang="en-US" sz="4000" dirty="0"/>
              <a:t>(e.g., work shift)</a:t>
            </a:r>
            <a:endParaRPr lang="en-US" sz="3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A8BDA7-98B8-656F-203A-1F84BE5AC728}"/>
              </a:ext>
            </a:extLst>
          </p:cNvPr>
          <p:cNvSpPr/>
          <p:nvPr userDrawn="1"/>
        </p:nvSpPr>
        <p:spPr>
          <a:xfrm>
            <a:off x="72851" y="699460"/>
            <a:ext cx="1674593" cy="6079473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951AE8-206E-DD7F-6BB0-655C24085958}"/>
              </a:ext>
            </a:extLst>
          </p:cNvPr>
          <p:cNvSpPr/>
          <p:nvPr userDrawn="1"/>
        </p:nvSpPr>
        <p:spPr>
          <a:xfrm>
            <a:off x="1815049" y="699461"/>
            <a:ext cx="2373084" cy="607947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86FBE9-9B64-652B-013D-8C76EE6C22AF}"/>
              </a:ext>
            </a:extLst>
          </p:cNvPr>
          <p:cNvSpPr/>
          <p:nvPr userDrawn="1"/>
        </p:nvSpPr>
        <p:spPr>
          <a:xfrm>
            <a:off x="4255736" y="699461"/>
            <a:ext cx="3671351" cy="607947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4B0040-03BB-6E45-C5F1-349C70956148}"/>
              </a:ext>
            </a:extLst>
          </p:cNvPr>
          <p:cNvSpPr/>
          <p:nvPr userDrawn="1"/>
        </p:nvSpPr>
        <p:spPr>
          <a:xfrm>
            <a:off x="7994688" y="699461"/>
            <a:ext cx="2375997" cy="607947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195EDB-E5CF-6625-3F60-5AC90D4F5E9A}"/>
              </a:ext>
            </a:extLst>
          </p:cNvPr>
          <p:cNvSpPr/>
          <p:nvPr userDrawn="1"/>
        </p:nvSpPr>
        <p:spPr>
          <a:xfrm>
            <a:off x="10438327" y="699461"/>
            <a:ext cx="1680822" cy="607947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65A326E-1885-8FC2-0EF8-C2A0EF54C9D8}"/>
              </a:ext>
            </a:extLst>
          </p:cNvPr>
          <p:cNvSpPr txBox="1">
            <a:spLocks/>
          </p:cNvSpPr>
          <p:nvPr userDrawn="1"/>
        </p:nvSpPr>
        <p:spPr>
          <a:xfrm>
            <a:off x="1815009" y="750790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Qualities</a:t>
            </a:r>
            <a:br>
              <a:rPr lang="en-US" dirty="0"/>
            </a:br>
            <a:r>
              <a:rPr lang="en-US" sz="4000" dirty="0"/>
              <a:t>(e.g., mass, temperature)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BC6612C2-CBEA-88E8-BF17-771A950FEB94}"/>
              </a:ext>
            </a:extLst>
          </p:cNvPr>
          <p:cNvSpPr txBox="1">
            <a:spLocks/>
          </p:cNvSpPr>
          <p:nvPr userDrawn="1"/>
        </p:nvSpPr>
        <p:spPr>
          <a:xfrm>
            <a:off x="1815009" y="2740639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Functions </a:t>
            </a:r>
            <a:br>
              <a:rPr lang="en-US" sz="1000" dirty="0"/>
            </a:br>
            <a:r>
              <a:rPr lang="en-US" sz="1000" dirty="0"/>
              <a:t>(e.g., generating thrust function) 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22CF7B48-3730-3D89-1B47-50ED6E30BEEC}"/>
              </a:ext>
            </a:extLst>
          </p:cNvPr>
          <p:cNvSpPr txBox="1">
            <a:spLocks/>
          </p:cNvSpPr>
          <p:nvPr userDrawn="1"/>
        </p:nvSpPr>
        <p:spPr>
          <a:xfrm>
            <a:off x="1815008" y="4722920"/>
            <a:ext cx="2373085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Roles</a:t>
            </a:r>
            <a:br>
              <a:rPr lang="en-US" dirty="0"/>
            </a:br>
            <a:r>
              <a:rPr lang="en-US" sz="4000" dirty="0"/>
              <a:t>(e.g., supplier role, primary pump role)</a:t>
            </a:r>
            <a:endParaRPr lang="en-US" dirty="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B77112BE-4451-CD0F-5C7A-6BC023F1C75E}"/>
              </a:ext>
            </a:extLst>
          </p:cNvPr>
          <p:cNvSpPr txBox="1">
            <a:spLocks/>
          </p:cNvSpPr>
          <p:nvPr userDrawn="1"/>
        </p:nvSpPr>
        <p:spPr>
          <a:xfrm>
            <a:off x="4255560" y="4722919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Identifiers</a:t>
            </a:r>
            <a:br>
              <a:rPr lang="en-US" dirty="0"/>
            </a:br>
            <a:r>
              <a:rPr lang="en-US" sz="4000" dirty="0"/>
              <a:t>(Data that designates things - e.g., names, serial numbers)</a:t>
            </a:r>
            <a:endParaRPr lang="en-US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8CC67D23-9838-FCAD-239A-A7A73D7AE71A}"/>
              </a:ext>
            </a:extLst>
          </p:cNvPr>
          <p:cNvSpPr txBox="1">
            <a:spLocks/>
          </p:cNvSpPr>
          <p:nvPr userDrawn="1"/>
        </p:nvSpPr>
        <p:spPr>
          <a:xfrm>
            <a:off x="4255657" y="749454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/>
              <a:t>Descriptive Data</a:t>
            </a:r>
            <a:br>
              <a:rPr lang="en-US" dirty="0"/>
            </a:br>
            <a:r>
              <a:rPr lang="en-US" sz="4000" dirty="0"/>
              <a:t>(Data that describes things - e.g., measurements, reports)</a:t>
            </a:r>
            <a:endParaRPr lang="en-US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015CC016-3CF7-AC34-FF40-4CCE33E30B2A}"/>
              </a:ext>
            </a:extLst>
          </p:cNvPr>
          <p:cNvSpPr txBox="1">
            <a:spLocks/>
          </p:cNvSpPr>
          <p:nvPr userDrawn="1"/>
        </p:nvSpPr>
        <p:spPr>
          <a:xfrm>
            <a:off x="4255560" y="2739050"/>
            <a:ext cx="3671351" cy="31681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70000"/>
              </a:lnSpc>
            </a:pPr>
            <a:r>
              <a:rPr lang="en-US" sz="1200" b="1" dirty="0"/>
              <a:t>Prescriptive Data</a:t>
            </a:r>
            <a:br>
              <a:rPr lang="en-US" sz="1200" b="1" dirty="0"/>
            </a:br>
            <a:r>
              <a:rPr lang="en-US" sz="1000" dirty="0"/>
              <a:t>(Data that prescribes things - e.g., designs, requirements, plans)</a:t>
            </a:r>
          </a:p>
        </p:txBody>
      </p:sp>
    </p:spTree>
    <p:extLst>
      <p:ext uri="{BB962C8B-B14F-4D97-AF65-F5344CB8AC3E}">
        <p14:creationId xmlns:p14="http://schemas.microsoft.com/office/powerpoint/2010/main" val="358861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067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21B17-292D-E31F-4D45-3C9550109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06A40D-159A-BCCD-F4AB-67AA96A5E073}"/>
              </a:ext>
            </a:extLst>
          </p:cNvPr>
          <p:cNvSpPr/>
          <p:nvPr/>
        </p:nvSpPr>
        <p:spPr>
          <a:xfrm>
            <a:off x="551448" y="1144516"/>
            <a:ext cx="66851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Aircraft Engine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22F48B-DBD7-58D1-E73B-ED24A32977D1}"/>
              </a:ext>
            </a:extLst>
          </p:cNvPr>
          <p:cNvSpPr/>
          <p:nvPr/>
        </p:nvSpPr>
        <p:spPr>
          <a:xfrm>
            <a:off x="537514" y="1781059"/>
            <a:ext cx="66851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Assembly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6E5986-98D1-DBB2-CAD5-7A0E87934402}"/>
              </a:ext>
            </a:extLst>
          </p:cNvPr>
          <p:cNvSpPr/>
          <p:nvPr/>
        </p:nvSpPr>
        <p:spPr>
          <a:xfrm>
            <a:off x="551448" y="2474785"/>
            <a:ext cx="66851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Material Artifact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3D0A3-CFA2-A5B3-20CD-ED115159F431}"/>
              </a:ext>
            </a:extLst>
          </p:cNvPr>
          <p:cNvSpPr/>
          <p:nvPr/>
        </p:nvSpPr>
        <p:spPr>
          <a:xfrm>
            <a:off x="8631124" y="844840"/>
            <a:ext cx="124852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Aircraft Engine Cycle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B20662-2109-10BE-4C32-F5BD1F5D93AA}"/>
              </a:ext>
            </a:extLst>
          </p:cNvPr>
          <p:cNvSpPr/>
          <p:nvPr/>
        </p:nvSpPr>
        <p:spPr>
          <a:xfrm>
            <a:off x="10693681" y="844839"/>
            <a:ext cx="124852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Aircraft Engine Cycle Temporal Interval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4BE213-A7C1-1028-4E7B-3892EC28630F}"/>
              </a:ext>
            </a:extLst>
          </p:cNvPr>
          <p:cNvSpPr/>
          <p:nvPr/>
        </p:nvSpPr>
        <p:spPr>
          <a:xfrm>
            <a:off x="4845169" y="5156613"/>
            <a:ext cx="832048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Engine Serial Number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DAB397-1788-4D9A-6DFA-05640B736E6F}"/>
              </a:ext>
            </a:extLst>
          </p:cNvPr>
          <p:cNvSpPr/>
          <p:nvPr/>
        </p:nvSpPr>
        <p:spPr>
          <a:xfrm>
            <a:off x="4849906" y="5649943"/>
            <a:ext cx="909235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Assembly Serial Number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9098DC-8426-8A3E-7384-584E51F3DE59}"/>
              </a:ext>
            </a:extLst>
          </p:cNvPr>
          <p:cNvSpPr/>
          <p:nvPr/>
        </p:nvSpPr>
        <p:spPr>
          <a:xfrm>
            <a:off x="4894247" y="6164715"/>
            <a:ext cx="733892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Part Serial Number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C532E3-D062-C37F-9145-5C6A114C19D6}"/>
              </a:ext>
            </a:extLst>
          </p:cNvPr>
          <p:cNvSpPr/>
          <p:nvPr/>
        </p:nvSpPr>
        <p:spPr>
          <a:xfrm>
            <a:off x="2596694" y="5456290"/>
            <a:ext cx="1043994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Material Component Role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D2FA04-E70D-DF8E-DBBE-98CE12D45116}"/>
              </a:ext>
            </a:extLst>
          </p:cNvPr>
          <p:cNvSpPr/>
          <p:nvPr/>
        </p:nvSpPr>
        <p:spPr>
          <a:xfrm>
            <a:off x="8687571" y="5064779"/>
            <a:ext cx="1043994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Gain of Material Component Role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9645BA-BB46-4064-5188-8EFACD5F83B5}"/>
              </a:ext>
            </a:extLst>
          </p:cNvPr>
          <p:cNvSpPr/>
          <p:nvPr/>
        </p:nvSpPr>
        <p:spPr>
          <a:xfrm>
            <a:off x="8687571" y="5693477"/>
            <a:ext cx="1043994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Loss of Material Component Role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7829F2-DED7-AF3D-3011-48FAF94C4C74}"/>
              </a:ext>
            </a:extLst>
          </p:cNvPr>
          <p:cNvSpPr/>
          <p:nvPr/>
        </p:nvSpPr>
        <p:spPr>
          <a:xfrm>
            <a:off x="10638531" y="4065297"/>
            <a:ext cx="124852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Installation Temporal Interval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42DB4F-B56E-44B7-58C2-EF71109DD1DF}"/>
              </a:ext>
            </a:extLst>
          </p:cNvPr>
          <p:cNvSpPr/>
          <p:nvPr/>
        </p:nvSpPr>
        <p:spPr>
          <a:xfrm>
            <a:off x="8687571" y="3469169"/>
            <a:ext cx="1043994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Installation Process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A552AD-7D80-F155-975D-04267DF8665B}"/>
              </a:ext>
            </a:extLst>
          </p:cNvPr>
          <p:cNvSpPr/>
          <p:nvPr/>
        </p:nvSpPr>
        <p:spPr>
          <a:xfrm>
            <a:off x="8709319" y="4031252"/>
            <a:ext cx="1043994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Removal Process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F22885-F5BC-A443-721F-FA040CA9A3D8}"/>
              </a:ext>
            </a:extLst>
          </p:cNvPr>
          <p:cNvSpPr/>
          <p:nvPr/>
        </p:nvSpPr>
        <p:spPr>
          <a:xfrm>
            <a:off x="10638530" y="4473526"/>
            <a:ext cx="124852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Removal Temporal Interval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1E6533-1BD6-E3BF-6B0B-96E1B52DFCCE}"/>
              </a:ext>
            </a:extLst>
          </p:cNvPr>
          <p:cNvSpPr/>
          <p:nvPr/>
        </p:nvSpPr>
        <p:spPr>
          <a:xfrm>
            <a:off x="4649613" y="1294354"/>
            <a:ext cx="124852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Measurement of Engine Cycle Counts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D4A4FC-4A2C-83E2-636D-7F2B1FB659A5}"/>
              </a:ext>
            </a:extLst>
          </p:cNvPr>
          <p:cNvSpPr/>
          <p:nvPr/>
        </p:nvSpPr>
        <p:spPr>
          <a:xfrm>
            <a:off x="4649613" y="1787684"/>
            <a:ext cx="1582954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Measurement of temporal interval of engine cycles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4A63B9-7981-0C5F-034B-F2F78091E506}"/>
              </a:ext>
            </a:extLst>
          </p:cNvPr>
          <p:cNvSpPr/>
          <p:nvPr/>
        </p:nvSpPr>
        <p:spPr>
          <a:xfrm>
            <a:off x="6514785" y="5156612"/>
            <a:ext cx="909235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Temporal Identifiers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7FDAA0-3CD4-BFD2-700D-4E8A2F5F840B}"/>
              </a:ext>
            </a:extLst>
          </p:cNvPr>
          <p:cNvSpPr/>
          <p:nvPr/>
        </p:nvSpPr>
        <p:spPr>
          <a:xfrm>
            <a:off x="6632369" y="5606128"/>
            <a:ext cx="1128156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Installation Temporal Identifier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A73F87-5598-9409-4BFB-9152FDF9F835}"/>
              </a:ext>
            </a:extLst>
          </p:cNvPr>
          <p:cNvSpPr/>
          <p:nvPr/>
        </p:nvSpPr>
        <p:spPr>
          <a:xfrm>
            <a:off x="6632369" y="6014876"/>
            <a:ext cx="1128155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Removal Temporal Identifier</a:t>
            </a:r>
          </a:p>
        </p:txBody>
      </p:sp>
    </p:spTree>
    <p:extLst>
      <p:ext uri="{BB962C8B-B14F-4D97-AF65-F5344CB8AC3E}">
        <p14:creationId xmlns:p14="http://schemas.microsoft.com/office/powerpoint/2010/main" val="111224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49D35D-85F5-56C3-7434-26EE486FCA84}"/>
              </a:ext>
            </a:extLst>
          </p:cNvPr>
          <p:cNvSpPr/>
          <p:nvPr/>
        </p:nvSpPr>
        <p:spPr>
          <a:xfrm>
            <a:off x="551448" y="1144516"/>
            <a:ext cx="66851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Aircraft Engine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647A98-426C-C674-6C66-E71510AADB15}"/>
              </a:ext>
            </a:extLst>
          </p:cNvPr>
          <p:cNvSpPr/>
          <p:nvPr/>
        </p:nvSpPr>
        <p:spPr>
          <a:xfrm>
            <a:off x="537514" y="1781059"/>
            <a:ext cx="66851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Assembly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46B606-2535-7383-E745-23249B40388D}"/>
              </a:ext>
            </a:extLst>
          </p:cNvPr>
          <p:cNvSpPr/>
          <p:nvPr/>
        </p:nvSpPr>
        <p:spPr>
          <a:xfrm>
            <a:off x="551448" y="2474785"/>
            <a:ext cx="66851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Material Artifact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A4CF93-CEA3-C930-BB35-9330B2DD7199}"/>
              </a:ext>
            </a:extLst>
          </p:cNvPr>
          <p:cNvSpPr/>
          <p:nvPr/>
        </p:nvSpPr>
        <p:spPr>
          <a:xfrm>
            <a:off x="8631124" y="844840"/>
            <a:ext cx="124852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Aircraft Engine Cycle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74CAC9-536F-6A48-5407-3FDC3DF9F19A}"/>
              </a:ext>
            </a:extLst>
          </p:cNvPr>
          <p:cNvSpPr/>
          <p:nvPr/>
        </p:nvSpPr>
        <p:spPr>
          <a:xfrm>
            <a:off x="10693681" y="844839"/>
            <a:ext cx="124852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Aircraft Engine Cycle Temporal Interval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BD6918-6572-4338-1842-D4F4F18A5AB4}"/>
              </a:ext>
            </a:extLst>
          </p:cNvPr>
          <p:cNvSpPr/>
          <p:nvPr/>
        </p:nvSpPr>
        <p:spPr>
          <a:xfrm>
            <a:off x="4845169" y="5156613"/>
            <a:ext cx="832048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Engine Serial Number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47FC28-7997-2A78-12CA-4AA5ACF5A09B}"/>
              </a:ext>
            </a:extLst>
          </p:cNvPr>
          <p:cNvSpPr/>
          <p:nvPr/>
        </p:nvSpPr>
        <p:spPr>
          <a:xfrm>
            <a:off x="5958740" y="5633202"/>
            <a:ext cx="909235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Assembly Serial Number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81ACB3-4B00-7FD5-81E0-113A5360F18D}"/>
              </a:ext>
            </a:extLst>
          </p:cNvPr>
          <p:cNvSpPr/>
          <p:nvPr/>
        </p:nvSpPr>
        <p:spPr>
          <a:xfrm>
            <a:off x="4894247" y="6164715"/>
            <a:ext cx="733892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Part Serial Number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508E23-8517-8F8B-339E-B02E8749B617}"/>
              </a:ext>
            </a:extLst>
          </p:cNvPr>
          <p:cNvSpPr/>
          <p:nvPr/>
        </p:nvSpPr>
        <p:spPr>
          <a:xfrm>
            <a:off x="2596694" y="5456290"/>
            <a:ext cx="1043994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Material Component Role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94CF40-1018-6576-15EE-AD1B81C77F4B}"/>
              </a:ext>
            </a:extLst>
          </p:cNvPr>
          <p:cNvSpPr/>
          <p:nvPr/>
        </p:nvSpPr>
        <p:spPr>
          <a:xfrm>
            <a:off x="8687571" y="5064779"/>
            <a:ext cx="1043994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Gain of Material Component Role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F8BF7C-0913-EBAA-ECCE-05CD9CF5F0CF}"/>
              </a:ext>
            </a:extLst>
          </p:cNvPr>
          <p:cNvSpPr/>
          <p:nvPr/>
        </p:nvSpPr>
        <p:spPr>
          <a:xfrm>
            <a:off x="8687571" y="5693477"/>
            <a:ext cx="1043994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Loss of Material Component Role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CA545A-A1BE-AFF8-E84A-83E10ABBA1AF}"/>
              </a:ext>
            </a:extLst>
          </p:cNvPr>
          <p:cNvSpPr/>
          <p:nvPr/>
        </p:nvSpPr>
        <p:spPr>
          <a:xfrm>
            <a:off x="10638531" y="4065297"/>
            <a:ext cx="124852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Installation Temporal Interval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8D6E99-58A5-6FC5-AC30-BC24C98243E7}"/>
              </a:ext>
            </a:extLst>
          </p:cNvPr>
          <p:cNvSpPr/>
          <p:nvPr/>
        </p:nvSpPr>
        <p:spPr>
          <a:xfrm>
            <a:off x="8687571" y="3469169"/>
            <a:ext cx="1043994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Installation Process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930F18-6C15-DB7D-CA6B-4221119E45AF}"/>
              </a:ext>
            </a:extLst>
          </p:cNvPr>
          <p:cNvSpPr/>
          <p:nvPr/>
        </p:nvSpPr>
        <p:spPr>
          <a:xfrm>
            <a:off x="8709319" y="4031252"/>
            <a:ext cx="1043994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Removal Process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CE3F62-C0AB-80E5-7387-145E173DD17B}"/>
              </a:ext>
            </a:extLst>
          </p:cNvPr>
          <p:cNvSpPr/>
          <p:nvPr/>
        </p:nvSpPr>
        <p:spPr>
          <a:xfrm>
            <a:off x="10638530" y="4473526"/>
            <a:ext cx="124852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Removal Temporal Interval</a:t>
            </a:r>
          </a:p>
        </p:txBody>
      </p:sp>
    </p:spTree>
    <p:extLst>
      <p:ext uri="{BB962C8B-B14F-4D97-AF65-F5344CB8AC3E}">
        <p14:creationId xmlns:p14="http://schemas.microsoft.com/office/powerpoint/2010/main" val="1679261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1E595-C50E-F625-B93E-F6EBE629C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ECC0C0-22CF-B288-9204-07D03CA9F1B8}"/>
              </a:ext>
            </a:extLst>
          </p:cNvPr>
          <p:cNvSpPr/>
          <p:nvPr/>
        </p:nvSpPr>
        <p:spPr>
          <a:xfrm>
            <a:off x="565383" y="844840"/>
            <a:ext cx="66851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Aircraft Engine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E05591-72C6-A9F8-C154-76DD6CEB4A96}"/>
              </a:ext>
            </a:extLst>
          </p:cNvPr>
          <p:cNvSpPr/>
          <p:nvPr/>
        </p:nvSpPr>
        <p:spPr>
          <a:xfrm>
            <a:off x="565383" y="1332439"/>
            <a:ext cx="66851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Assembly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0FBE7A-EAD9-6701-D7A0-832239776033}"/>
              </a:ext>
            </a:extLst>
          </p:cNvPr>
          <p:cNvSpPr/>
          <p:nvPr/>
        </p:nvSpPr>
        <p:spPr>
          <a:xfrm>
            <a:off x="565383" y="1820038"/>
            <a:ext cx="66851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Material Artifact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9381B7-5109-5139-AA67-1C4F8971674E}"/>
              </a:ext>
            </a:extLst>
          </p:cNvPr>
          <p:cNvSpPr/>
          <p:nvPr/>
        </p:nvSpPr>
        <p:spPr>
          <a:xfrm>
            <a:off x="8631124" y="844840"/>
            <a:ext cx="124852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Aircraft Engine Cycle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D9F6EF-6DEC-452E-12BF-1D8DA29C0AAA}"/>
              </a:ext>
            </a:extLst>
          </p:cNvPr>
          <p:cNvSpPr/>
          <p:nvPr/>
        </p:nvSpPr>
        <p:spPr>
          <a:xfrm>
            <a:off x="10693681" y="844839"/>
            <a:ext cx="1248521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Temporal Interval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CE4AF4-E208-08C5-9F85-BA90BEEEA630}"/>
              </a:ext>
            </a:extLst>
          </p:cNvPr>
          <p:cNvSpPr/>
          <p:nvPr/>
        </p:nvSpPr>
        <p:spPr>
          <a:xfrm>
            <a:off x="4308223" y="5092763"/>
            <a:ext cx="832048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Engine Serial Number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8A56A1-D0D5-47BB-DD2B-57004512146B}"/>
              </a:ext>
            </a:extLst>
          </p:cNvPr>
          <p:cNvSpPr/>
          <p:nvPr/>
        </p:nvSpPr>
        <p:spPr>
          <a:xfrm>
            <a:off x="5294645" y="5450837"/>
            <a:ext cx="853016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Assembly Part Number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33ACDE-B0D8-E28C-D7EC-3BC0481B1E9B}"/>
              </a:ext>
            </a:extLst>
          </p:cNvPr>
          <p:cNvSpPr/>
          <p:nvPr/>
        </p:nvSpPr>
        <p:spPr>
          <a:xfrm>
            <a:off x="5294645" y="5821182"/>
            <a:ext cx="594407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Part Number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C3F712-E6C6-51E5-F56E-B08C6FC0B698}"/>
              </a:ext>
            </a:extLst>
          </p:cNvPr>
          <p:cNvSpPr/>
          <p:nvPr/>
        </p:nvSpPr>
        <p:spPr>
          <a:xfrm>
            <a:off x="4308223" y="5456973"/>
            <a:ext cx="909235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Assembly Serial Number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FE13B6-209F-9392-FEA3-5247F6752B56}"/>
              </a:ext>
            </a:extLst>
          </p:cNvPr>
          <p:cNvSpPr/>
          <p:nvPr/>
        </p:nvSpPr>
        <p:spPr>
          <a:xfrm>
            <a:off x="4308223" y="5821183"/>
            <a:ext cx="733892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Part Serial Number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AC04FD-2BC0-617B-DE3C-ED060798085D}"/>
              </a:ext>
            </a:extLst>
          </p:cNvPr>
          <p:cNvSpPr/>
          <p:nvPr/>
        </p:nvSpPr>
        <p:spPr>
          <a:xfrm>
            <a:off x="5294645" y="5092763"/>
            <a:ext cx="853016" cy="2996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Engine Model Identifier</a:t>
            </a:r>
          </a:p>
        </p:txBody>
      </p:sp>
    </p:spTree>
    <p:extLst>
      <p:ext uri="{BB962C8B-B14F-4D97-AF65-F5344CB8AC3E}">
        <p14:creationId xmlns:p14="http://schemas.microsoft.com/office/powerpoint/2010/main" val="919685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137</Words>
  <Application>Microsoft Office PowerPoint</Application>
  <PresentationFormat>Widescreen</PresentationFormat>
  <Paragraphs>46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Poonam Sutar</dc:creator>
  <cp:lastModifiedBy>Poonam Sutar</cp:lastModifiedBy>
  <cp:revision>1</cp:revision>
  <dcterms:created xsi:type="dcterms:W3CDTF">2025-09-01T05:17:34Z</dcterms:created>
  <dcterms:modified xsi:type="dcterms:W3CDTF">2025-09-01T05:50:12Z</dcterms:modified>
</cp:coreProperties>
</file>
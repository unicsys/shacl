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19"/>
  </p:notesMasterIdLst>
  <p:sldIdLst>
    <p:sldId id="269" r:id="rId3"/>
    <p:sldId id="273" r:id="rId4"/>
    <p:sldId id="274" r:id="rId5"/>
    <p:sldId id="275" r:id="rId6"/>
    <p:sldId id="276" r:id="rId7"/>
    <p:sldId id="272" r:id="rId8"/>
    <p:sldId id="270" r:id="rId9"/>
    <p:sldId id="271" r:id="rId10"/>
    <p:sldId id="265" r:id="rId11"/>
    <p:sldId id="264" r:id="rId12"/>
    <p:sldId id="266" r:id="rId13"/>
    <p:sldId id="267" r:id="rId14"/>
    <p:sldId id="268" r:id="rId15"/>
    <p:sldId id="260" r:id="rId16"/>
    <p:sldId id="261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00" autoAdjust="0"/>
    <p:restoredTop sz="96913" autoAdjust="0"/>
  </p:normalViewPr>
  <p:slideViewPr>
    <p:cSldViewPr snapToGrid="0">
      <p:cViewPr>
        <p:scale>
          <a:sx n="116" d="100"/>
          <a:sy n="116" d="100"/>
        </p:scale>
        <p:origin x="27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CD85D-77C6-4ADC-98CF-14ED588521A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8D427-8559-4B1F-B4FB-39D06CBE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3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8D427-8559-4B1F-B4FB-39D06CBEA7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59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8D427-8559-4B1F-B4FB-39D06CBEA7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14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8D427-8559-4B1F-B4FB-39D06CBEA7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07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772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025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767078E-7F54-B0CA-C099-8F3F765A5CA6}"/>
              </a:ext>
            </a:extLst>
          </p:cNvPr>
          <p:cNvSpPr txBox="1">
            <a:spLocks/>
          </p:cNvSpPr>
          <p:nvPr userDrawn="1"/>
        </p:nvSpPr>
        <p:spPr>
          <a:xfrm>
            <a:off x="72851" y="252064"/>
            <a:ext cx="7854159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Things That Exist</a:t>
            </a:r>
            <a:endParaRPr lang="en-US" sz="120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18199A8-FDD1-B939-C35B-43B700D41178}"/>
              </a:ext>
            </a:extLst>
          </p:cNvPr>
          <p:cNvSpPr txBox="1">
            <a:spLocks/>
          </p:cNvSpPr>
          <p:nvPr userDrawn="1"/>
        </p:nvSpPr>
        <p:spPr>
          <a:xfrm>
            <a:off x="7994688" y="249991"/>
            <a:ext cx="4124435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Things That Happen</a:t>
            </a:r>
            <a:endParaRPr lang="en-US" sz="12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F41B6E6-EA74-B8BD-81C7-6F88B67CE922}"/>
              </a:ext>
            </a:extLst>
          </p:cNvPr>
          <p:cNvSpPr txBox="1">
            <a:spLocks/>
          </p:cNvSpPr>
          <p:nvPr userDrawn="1"/>
        </p:nvSpPr>
        <p:spPr>
          <a:xfrm>
            <a:off x="4255741" y="555640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Information Things</a:t>
            </a:r>
            <a:br>
              <a:rPr lang="en-US" sz="4800" b="1" dirty="0"/>
            </a:br>
            <a:r>
              <a:rPr lang="en-US" sz="4000" dirty="0"/>
              <a:t>(Data that describes, prescribes, designates things)</a:t>
            </a:r>
            <a:endParaRPr lang="en-US" sz="105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0475E3D-A2F7-D47F-14E9-6E0955013BA2}"/>
              </a:ext>
            </a:extLst>
          </p:cNvPr>
          <p:cNvSpPr txBox="1">
            <a:spLocks/>
          </p:cNvSpPr>
          <p:nvPr userDrawn="1"/>
        </p:nvSpPr>
        <p:spPr>
          <a:xfrm>
            <a:off x="1815050" y="555640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Qualities, Functions, Roles</a:t>
            </a:r>
            <a:br>
              <a:rPr lang="en-US" b="1" dirty="0"/>
            </a:br>
            <a:r>
              <a:rPr lang="en-US" sz="4000" dirty="0"/>
              <a:t>(Entities tied to things)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3D35D08-40FA-CAD1-B237-F68E41DA9434}"/>
              </a:ext>
            </a:extLst>
          </p:cNvPr>
          <p:cNvSpPr txBox="1">
            <a:spLocks/>
          </p:cNvSpPr>
          <p:nvPr userDrawn="1"/>
        </p:nvSpPr>
        <p:spPr>
          <a:xfrm>
            <a:off x="72851" y="555640"/>
            <a:ext cx="1674594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Material Things </a:t>
            </a:r>
            <a:br>
              <a:rPr lang="en-US" sz="4800" b="1" dirty="0"/>
            </a:br>
            <a:r>
              <a:rPr lang="en-US" sz="4000" dirty="0"/>
              <a:t>(e.g., aircraft engine)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0BA4242-8F1F-EDF1-F9D5-0ACB34179287}"/>
              </a:ext>
            </a:extLst>
          </p:cNvPr>
          <p:cNvSpPr txBox="1">
            <a:spLocks/>
          </p:cNvSpPr>
          <p:nvPr userDrawn="1"/>
        </p:nvSpPr>
        <p:spPr>
          <a:xfrm>
            <a:off x="7994698" y="555640"/>
            <a:ext cx="2375997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Processes</a:t>
            </a:r>
            <a:br>
              <a:rPr lang="en-US" b="1" dirty="0"/>
            </a:br>
            <a:r>
              <a:rPr lang="en-US" sz="4000" dirty="0"/>
              <a:t>(e.g., inspection)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D41626E-1A6F-E92A-AF87-018206A86B04}"/>
              </a:ext>
            </a:extLst>
          </p:cNvPr>
          <p:cNvSpPr txBox="1">
            <a:spLocks/>
          </p:cNvSpPr>
          <p:nvPr userDrawn="1"/>
        </p:nvSpPr>
        <p:spPr>
          <a:xfrm>
            <a:off x="10438301" y="555640"/>
            <a:ext cx="1680822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Time Periods</a:t>
            </a:r>
            <a:br>
              <a:rPr lang="en-US" sz="4800" b="1" dirty="0"/>
            </a:br>
            <a:r>
              <a:rPr lang="en-US" sz="4000" dirty="0"/>
              <a:t>(e.g., work shift)</a:t>
            </a:r>
            <a:endParaRPr lang="en-US" sz="3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CFB83-A5D1-502F-7F9D-765A2B50DB94}"/>
              </a:ext>
            </a:extLst>
          </p:cNvPr>
          <p:cNvSpPr/>
          <p:nvPr userDrawn="1"/>
        </p:nvSpPr>
        <p:spPr>
          <a:xfrm>
            <a:off x="72851" y="872458"/>
            <a:ext cx="1674593" cy="591648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C14BEC-D076-F1E6-1FA6-B7CEDEADD19A}"/>
              </a:ext>
            </a:extLst>
          </p:cNvPr>
          <p:cNvSpPr/>
          <p:nvPr userDrawn="1"/>
        </p:nvSpPr>
        <p:spPr>
          <a:xfrm>
            <a:off x="1815049" y="872458"/>
            <a:ext cx="2373084" cy="591648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3CDE76-3F64-5982-2AF9-E95FEBE08097}"/>
              </a:ext>
            </a:extLst>
          </p:cNvPr>
          <p:cNvSpPr/>
          <p:nvPr userDrawn="1"/>
        </p:nvSpPr>
        <p:spPr>
          <a:xfrm>
            <a:off x="4255736" y="872459"/>
            <a:ext cx="3671351" cy="5916484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260206-6E55-004C-7239-468B9E671CDE}"/>
              </a:ext>
            </a:extLst>
          </p:cNvPr>
          <p:cNvSpPr/>
          <p:nvPr userDrawn="1"/>
        </p:nvSpPr>
        <p:spPr>
          <a:xfrm>
            <a:off x="7994688" y="872458"/>
            <a:ext cx="2375997" cy="591648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A1B0C-0598-4458-C520-D0518529C29F}"/>
              </a:ext>
            </a:extLst>
          </p:cNvPr>
          <p:cNvSpPr/>
          <p:nvPr userDrawn="1"/>
        </p:nvSpPr>
        <p:spPr>
          <a:xfrm>
            <a:off x="10438327" y="872459"/>
            <a:ext cx="1680822" cy="59164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C10CEB38-906F-E5DC-3E5A-DBAC76E3562E}"/>
              </a:ext>
            </a:extLst>
          </p:cNvPr>
          <p:cNvSpPr txBox="1">
            <a:spLocks/>
          </p:cNvSpPr>
          <p:nvPr userDrawn="1"/>
        </p:nvSpPr>
        <p:spPr>
          <a:xfrm>
            <a:off x="1815009" y="92378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</a:t>
            </a:r>
            <a:br>
              <a:rPr lang="en-US" dirty="0"/>
            </a:br>
            <a:r>
              <a:rPr lang="en-US" sz="4000" dirty="0"/>
              <a:t>(e.g., mass, temperature)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76152FB-2F0B-63F2-62A2-E230433F98E6}"/>
              </a:ext>
            </a:extLst>
          </p:cNvPr>
          <p:cNvSpPr txBox="1">
            <a:spLocks/>
          </p:cNvSpPr>
          <p:nvPr userDrawn="1"/>
        </p:nvSpPr>
        <p:spPr>
          <a:xfrm>
            <a:off x="1815009" y="2913637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Functions </a:t>
            </a:r>
            <a:br>
              <a:rPr lang="en-US" sz="1000" dirty="0"/>
            </a:br>
            <a:r>
              <a:rPr lang="en-US" sz="1000" dirty="0"/>
              <a:t>(e.g., generating thrust function) 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6F34719-84BB-7E51-26ED-EB115521AE31}"/>
              </a:ext>
            </a:extLst>
          </p:cNvPr>
          <p:cNvSpPr txBox="1">
            <a:spLocks/>
          </p:cNvSpPr>
          <p:nvPr userDrawn="1"/>
        </p:nvSpPr>
        <p:spPr>
          <a:xfrm>
            <a:off x="1815008" y="489591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Roles</a:t>
            </a:r>
            <a:br>
              <a:rPr lang="en-US" dirty="0"/>
            </a:br>
            <a:r>
              <a:rPr lang="en-US" sz="4000" dirty="0"/>
              <a:t>(e.g., supplier role, primary pump role)</a:t>
            </a:r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A04F06F-AFB2-3982-8F42-0843765EEF6D}"/>
              </a:ext>
            </a:extLst>
          </p:cNvPr>
          <p:cNvSpPr txBox="1">
            <a:spLocks/>
          </p:cNvSpPr>
          <p:nvPr userDrawn="1"/>
        </p:nvSpPr>
        <p:spPr>
          <a:xfrm>
            <a:off x="4255560" y="4895917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Identifiers</a:t>
            </a:r>
            <a:br>
              <a:rPr lang="en-US" dirty="0"/>
            </a:br>
            <a:r>
              <a:rPr lang="en-US" sz="4000" dirty="0"/>
              <a:t>(Data that designates things - e.g., names, serial numbers)</a:t>
            </a:r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16C9E9D8-B51A-2C74-2822-DADE6E13515D}"/>
              </a:ext>
            </a:extLst>
          </p:cNvPr>
          <p:cNvSpPr txBox="1">
            <a:spLocks/>
          </p:cNvSpPr>
          <p:nvPr userDrawn="1"/>
        </p:nvSpPr>
        <p:spPr>
          <a:xfrm>
            <a:off x="4255657" y="922452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Descriptive Data</a:t>
            </a:r>
            <a:br>
              <a:rPr lang="en-US" dirty="0"/>
            </a:br>
            <a:r>
              <a:rPr lang="en-US" sz="4000" dirty="0"/>
              <a:t>(Data that describes things - e.g., measurements, reports)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8312035-13B7-987E-8775-062F1BB33014}"/>
              </a:ext>
            </a:extLst>
          </p:cNvPr>
          <p:cNvSpPr txBox="1">
            <a:spLocks/>
          </p:cNvSpPr>
          <p:nvPr userDrawn="1"/>
        </p:nvSpPr>
        <p:spPr>
          <a:xfrm>
            <a:off x="4255560" y="2912048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Prescriptive Data</a:t>
            </a:r>
            <a:br>
              <a:rPr lang="en-US" sz="1200" b="1" dirty="0"/>
            </a:br>
            <a:r>
              <a:rPr lang="en-US" sz="1000" dirty="0"/>
              <a:t>(Data that prescribes things - e.g., designs, requirements, plans)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8ED39-4C54-72F7-F9EE-88703E9EFD3F}"/>
              </a:ext>
            </a:extLst>
          </p:cNvPr>
          <p:cNvSpPr txBox="1"/>
          <p:nvPr userDrawn="1"/>
        </p:nvSpPr>
        <p:spPr>
          <a:xfrm>
            <a:off x="0" y="0"/>
            <a:ext cx="16745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Ontology Modeling Scope:</a:t>
            </a:r>
          </a:p>
        </p:txBody>
      </p:sp>
    </p:spTree>
    <p:extLst>
      <p:ext uri="{BB962C8B-B14F-4D97-AF65-F5344CB8AC3E}">
        <p14:creationId xmlns:p14="http://schemas.microsoft.com/office/powerpoint/2010/main" val="138533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62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51448C-A4D2-A933-86CC-9E3E47F5A0A2}"/>
              </a:ext>
            </a:extLst>
          </p:cNvPr>
          <p:cNvSpPr txBox="1"/>
          <p:nvPr/>
        </p:nvSpPr>
        <p:spPr>
          <a:xfrm>
            <a:off x="1520805" y="0"/>
            <a:ext cx="8610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00FF00"/>
                </a:highlight>
              </a:rPr>
              <a:t>PartNumber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741F97-B30F-7C5F-7827-83988E1A52F7}"/>
              </a:ext>
            </a:extLst>
          </p:cNvPr>
          <p:cNvSpPr/>
          <p:nvPr/>
        </p:nvSpPr>
        <p:spPr>
          <a:xfrm>
            <a:off x="306624" y="3776244"/>
            <a:ext cx="1103407" cy="193457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116A7A-773A-9958-D7C8-ADE000AA3FBA}"/>
              </a:ext>
            </a:extLst>
          </p:cNvPr>
          <p:cNvSpPr/>
          <p:nvPr/>
        </p:nvSpPr>
        <p:spPr>
          <a:xfrm>
            <a:off x="4700213" y="3776244"/>
            <a:ext cx="1495712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6FA492-FCBC-0FB8-D491-40E02606D772}"/>
              </a:ext>
            </a:extLst>
          </p:cNvPr>
          <p:cNvSpPr/>
          <p:nvPr/>
        </p:nvSpPr>
        <p:spPr>
          <a:xfrm>
            <a:off x="4478914" y="5461312"/>
            <a:ext cx="1938311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Design Identifier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E248F7-9C7A-E28E-A76C-C5AD29DE8D1B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H="1" flipV="1">
            <a:off x="5448069" y="4014417"/>
            <a:ext cx="1" cy="1446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0F9594F-7866-DAFF-640A-54259552224E}"/>
              </a:ext>
            </a:extLst>
          </p:cNvPr>
          <p:cNvSpPr txBox="1"/>
          <p:nvPr/>
        </p:nvSpPr>
        <p:spPr>
          <a:xfrm>
            <a:off x="2752245" y="3637931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prescribes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97744C-8D02-1017-69F0-4F25EE89B2E2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 flipV="1">
            <a:off x="1410031" y="3872973"/>
            <a:ext cx="3290182" cy="22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DB9705D-F463-29C0-9048-533A263DB7A0}"/>
              </a:ext>
            </a:extLst>
          </p:cNvPr>
          <p:cNvSpPr txBox="1"/>
          <p:nvPr/>
        </p:nvSpPr>
        <p:spPr>
          <a:xfrm>
            <a:off x="5375471" y="4491643"/>
            <a:ext cx="820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ADBF43-401C-6A3C-5B3B-646371C45FD4}"/>
              </a:ext>
            </a:extLst>
          </p:cNvPr>
          <p:cNvSpPr txBox="1"/>
          <p:nvPr/>
        </p:nvSpPr>
        <p:spPr>
          <a:xfrm>
            <a:off x="5017561" y="5692317"/>
            <a:ext cx="8610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00FF00"/>
                </a:highlight>
              </a:rPr>
              <a:t>PartNumber</a:t>
            </a:r>
          </a:p>
        </p:txBody>
      </p:sp>
    </p:spTree>
    <p:extLst>
      <p:ext uri="{BB962C8B-B14F-4D97-AF65-F5344CB8AC3E}">
        <p14:creationId xmlns:p14="http://schemas.microsoft.com/office/powerpoint/2010/main" val="111075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04D9-A6DC-EE5B-091C-69EC4027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70679C-7937-3C62-93C1-46C3E47EF6E7}"/>
              </a:ext>
            </a:extLst>
          </p:cNvPr>
          <p:cNvSpPr txBox="1"/>
          <p:nvPr/>
        </p:nvSpPr>
        <p:spPr>
          <a:xfrm>
            <a:off x="1520805" y="0"/>
            <a:ext cx="10690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00FF00"/>
                </a:highlight>
              </a:rPr>
              <a:t>EngineInstance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634F62-1B36-39E4-BAFB-275A3B4FC6E2}"/>
              </a:ext>
            </a:extLst>
          </p:cNvPr>
          <p:cNvSpPr/>
          <p:nvPr/>
        </p:nvSpPr>
        <p:spPr>
          <a:xfrm>
            <a:off x="306624" y="3776244"/>
            <a:ext cx="1103407" cy="193457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A2107D-4EFD-566C-052E-9A078226A86A}"/>
              </a:ext>
            </a:extLst>
          </p:cNvPr>
          <p:cNvSpPr/>
          <p:nvPr/>
        </p:nvSpPr>
        <p:spPr>
          <a:xfrm>
            <a:off x="4700213" y="3776244"/>
            <a:ext cx="1495712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D01137-DF5A-2790-0647-121414A13BFF}"/>
              </a:ext>
            </a:extLst>
          </p:cNvPr>
          <p:cNvSpPr/>
          <p:nvPr/>
        </p:nvSpPr>
        <p:spPr>
          <a:xfrm>
            <a:off x="4478914" y="5461312"/>
            <a:ext cx="1938311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Design Identifier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24BBD8-4EF9-EFD8-9C22-99023F22A407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H="1" flipV="1">
            <a:off x="5448069" y="4014417"/>
            <a:ext cx="1" cy="1446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26386-ED33-4F5A-55E7-C6540E361291}"/>
              </a:ext>
            </a:extLst>
          </p:cNvPr>
          <p:cNvSpPr txBox="1"/>
          <p:nvPr/>
        </p:nvSpPr>
        <p:spPr>
          <a:xfrm>
            <a:off x="2752245" y="3637931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prescribes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E7909B-E0A0-2A1E-00EF-32FF2E71215F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 flipV="1">
            <a:off x="1410031" y="3872973"/>
            <a:ext cx="3290182" cy="22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5431CF2-BF80-D4BB-524F-2BA069FCA530}"/>
              </a:ext>
            </a:extLst>
          </p:cNvPr>
          <p:cNvSpPr txBox="1"/>
          <p:nvPr/>
        </p:nvSpPr>
        <p:spPr>
          <a:xfrm>
            <a:off x="5375471" y="4491643"/>
            <a:ext cx="820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F3C3B4-830F-FDAF-56AF-BE35913D6A78}"/>
              </a:ext>
            </a:extLst>
          </p:cNvPr>
          <p:cNvSpPr/>
          <p:nvPr/>
        </p:nvSpPr>
        <p:spPr>
          <a:xfrm>
            <a:off x="4478914" y="6169543"/>
            <a:ext cx="1938311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37D070-5CDA-F158-851F-76333C23B49F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>
          <a:xfrm flipH="1" flipV="1">
            <a:off x="858328" y="3969701"/>
            <a:ext cx="3620586" cy="2318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7288FEA-7589-D366-BBFC-40A154A029D7}"/>
              </a:ext>
            </a:extLst>
          </p:cNvPr>
          <p:cNvSpPr txBox="1"/>
          <p:nvPr/>
        </p:nvSpPr>
        <p:spPr>
          <a:xfrm>
            <a:off x="4913528" y="6407716"/>
            <a:ext cx="10690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00FF00"/>
                </a:highlight>
              </a:rPr>
              <a:t>EngineInstance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6F4EF4-63DD-4D84-F309-ADB66BB81401}"/>
              </a:ext>
            </a:extLst>
          </p:cNvPr>
          <p:cNvSpPr txBox="1"/>
          <p:nvPr/>
        </p:nvSpPr>
        <p:spPr>
          <a:xfrm>
            <a:off x="2549267" y="5503689"/>
            <a:ext cx="820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</p:spTree>
    <p:extLst>
      <p:ext uri="{BB962C8B-B14F-4D97-AF65-F5344CB8AC3E}">
        <p14:creationId xmlns:p14="http://schemas.microsoft.com/office/powerpoint/2010/main" val="252771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944C9-A32D-161B-0F1E-0C4E09D1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ABCFB3-1786-637A-5316-5F389262E1BD}"/>
              </a:ext>
            </a:extLst>
          </p:cNvPr>
          <p:cNvSpPr txBox="1"/>
          <p:nvPr/>
        </p:nvSpPr>
        <p:spPr>
          <a:xfrm>
            <a:off x="1520805" y="0"/>
            <a:ext cx="10690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00FF00"/>
                </a:highlight>
              </a:rPr>
              <a:t>EnginePart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3BC352-C6BB-9137-04A6-1190765F6036}"/>
              </a:ext>
            </a:extLst>
          </p:cNvPr>
          <p:cNvSpPr/>
          <p:nvPr/>
        </p:nvSpPr>
        <p:spPr>
          <a:xfrm>
            <a:off x="306624" y="3776244"/>
            <a:ext cx="1103407" cy="193457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0F3596-3098-065D-7EB5-88C49F1DC63B}"/>
              </a:ext>
            </a:extLst>
          </p:cNvPr>
          <p:cNvSpPr/>
          <p:nvPr/>
        </p:nvSpPr>
        <p:spPr>
          <a:xfrm>
            <a:off x="4700213" y="3776244"/>
            <a:ext cx="1495712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010965-2FC5-F42D-0BCE-67F379A69183}"/>
              </a:ext>
            </a:extLst>
          </p:cNvPr>
          <p:cNvSpPr/>
          <p:nvPr/>
        </p:nvSpPr>
        <p:spPr>
          <a:xfrm>
            <a:off x="4435112" y="5461312"/>
            <a:ext cx="2025920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 Design Identifier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DAE79B-4D1B-9F66-E3B4-6878FE178C9D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H="1" flipV="1">
            <a:off x="5448069" y="4014417"/>
            <a:ext cx="3" cy="1446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B6F1B20-F5D7-EF14-4EE1-A80088366C25}"/>
              </a:ext>
            </a:extLst>
          </p:cNvPr>
          <p:cNvSpPr txBox="1"/>
          <p:nvPr/>
        </p:nvSpPr>
        <p:spPr>
          <a:xfrm>
            <a:off x="2752245" y="3637931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prescribes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5DDED5-FACD-A845-F33C-48D0540B1B36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 flipV="1">
            <a:off x="1410031" y="3872973"/>
            <a:ext cx="3290182" cy="22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510ACF-8BED-FFC3-062C-4387265DA704}"/>
              </a:ext>
            </a:extLst>
          </p:cNvPr>
          <p:cNvSpPr txBox="1"/>
          <p:nvPr/>
        </p:nvSpPr>
        <p:spPr>
          <a:xfrm>
            <a:off x="5375471" y="4491643"/>
            <a:ext cx="820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E6FE08-13F2-7080-9FE9-866D49E5EB85}"/>
              </a:ext>
            </a:extLst>
          </p:cNvPr>
          <p:cNvSpPr/>
          <p:nvPr/>
        </p:nvSpPr>
        <p:spPr>
          <a:xfrm>
            <a:off x="4478914" y="6169543"/>
            <a:ext cx="1938311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 Identifier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F72D1E-5125-4332-A6F5-145104F016F7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>
          <a:xfrm flipH="1" flipV="1">
            <a:off x="858328" y="3969701"/>
            <a:ext cx="3620586" cy="2318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E3ACB34-6BEC-AC6A-F587-34DCFB9E64CB}"/>
              </a:ext>
            </a:extLst>
          </p:cNvPr>
          <p:cNvSpPr txBox="1"/>
          <p:nvPr/>
        </p:nvSpPr>
        <p:spPr>
          <a:xfrm>
            <a:off x="4935432" y="5679674"/>
            <a:ext cx="10690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00FF00"/>
                </a:highlight>
              </a:rPr>
              <a:t>EnginePart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100A92-BF7D-F04C-7814-51D0D45FF9D6}"/>
              </a:ext>
            </a:extLst>
          </p:cNvPr>
          <p:cNvSpPr txBox="1"/>
          <p:nvPr/>
        </p:nvSpPr>
        <p:spPr>
          <a:xfrm>
            <a:off x="2549267" y="5503689"/>
            <a:ext cx="820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1A3D09-9910-2CED-FE0F-43BB1C920014}"/>
              </a:ext>
            </a:extLst>
          </p:cNvPr>
          <p:cNvSpPr/>
          <p:nvPr/>
        </p:nvSpPr>
        <p:spPr>
          <a:xfrm>
            <a:off x="306623" y="2791570"/>
            <a:ext cx="1103407" cy="193457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E8C577-7DAC-114A-FEAA-1B49285DC333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858327" y="2985027"/>
            <a:ext cx="1" cy="791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77D59A-BF35-93F6-D29A-2064A207944F}"/>
              </a:ext>
            </a:extLst>
          </p:cNvPr>
          <p:cNvSpPr txBox="1"/>
          <p:nvPr/>
        </p:nvSpPr>
        <p:spPr>
          <a:xfrm>
            <a:off x="769053" y="3102726"/>
            <a:ext cx="10690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has component part at some time</a:t>
            </a:r>
          </a:p>
        </p:txBody>
      </p:sp>
    </p:spTree>
    <p:extLst>
      <p:ext uri="{BB962C8B-B14F-4D97-AF65-F5344CB8AC3E}">
        <p14:creationId xmlns:p14="http://schemas.microsoft.com/office/powerpoint/2010/main" val="2382476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AEF5-D378-EC70-E815-287547806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BCE917-B389-93F9-A995-BC783516ADA0}"/>
              </a:ext>
            </a:extLst>
          </p:cNvPr>
          <p:cNvSpPr txBox="1"/>
          <p:nvPr/>
        </p:nvSpPr>
        <p:spPr>
          <a:xfrm>
            <a:off x="1520805" y="0"/>
            <a:ext cx="10690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00FF00"/>
                </a:highlight>
              </a:rPr>
              <a:t>PartInstance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6778F7-21DC-B85E-91FC-C5499C4ED8E0}"/>
              </a:ext>
            </a:extLst>
          </p:cNvPr>
          <p:cNvSpPr/>
          <p:nvPr/>
        </p:nvSpPr>
        <p:spPr>
          <a:xfrm>
            <a:off x="306624" y="3776244"/>
            <a:ext cx="1103407" cy="193457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1BD08F-1245-EBF7-F94D-8A9631A60F9D}"/>
              </a:ext>
            </a:extLst>
          </p:cNvPr>
          <p:cNvSpPr/>
          <p:nvPr/>
        </p:nvSpPr>
        <p:spPr>
          <a:xfrm>
            <a:off x="4700213" y="3776244"/>
            <a:ext cx="1495712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A3F2BA-6A3B-ECB5-5F00-21E284FA031B}"/>
              </a:ext>
            </a:extLst>
          </p:cNvPr>
          <p:cNvSpPr/>
          <p:nvPr/>
        </p:nvSpPr>
        <p:spPr>
          <a:xfrm>
            <a:off x="4435112" y="5461312"/>
            <a:ext cx="2025920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 Design Identifier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4DAD0B-BDC9-9504-B5FA-3CC2D19FBC71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H="1" flipV="1">
            <a:off x="5448069" y="4014417"/>
            <a:ext cx="3" cy="1446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9B86D4-9804-6D98-F6E1-AAD7BC08118B}"/>
              </a:ext>
            </a:extLst>
          </p:cNvPr>
          <p:cNvSpPr txBox="1"/>
          <p:nvPr/>
        </p:nvSpPr>
        <p:spPr>
          <a:xfrm>
            <a:off x="2752245" y="3637931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prescribes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AAA424-0DEC-D2AA-DCF7-351969072090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 flipV="1">
            <a:off x="1410031" y="3872973"/>
            <a:ext cx="3290182" cy="22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4B720F-26B8-37B0-AE4E-C1B78E125D3B}"/>
              </a:ext>
            </a:extLst>
          </p:cNvPr>
          <p:cNvSpPr txBox="1"/>
          <p:nvPr/>
        </p:nvSpPr>
        <p:spPr>
          <a:xfrm>
            <a:off x="5375471" y="4491643"/>
            <a:ext cx="820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16DFBD-3E33-7EB1-0001-4D1D63021B4D}"/>
              </a:ext>
            </a:extLst>
          </p:cNvPr>
          <p:cNvSpPr/>
          <p:nvPr/>
        </p:nvSpPr>
        <p:spPr>
          <a:xfrm>
            <a:off x="4478914" y="6169543"/>
            <a:ext cx="1938311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 Identifier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C6E34C-6D68-B740-4E75-85D4DF6DF273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>
          <a:xfrm flipH="1" flipV="1">
            <a:off x="858328" y="3969701"/>
            <a:ext cx="3620586" cy="2318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20139C8-4687-0286-913D-068FC8759343}"/>
              </a:ext>
            </a:extLst>
          </p:cNvPr>
          <p:cNvSpPr txBox="1"/>
          <p:nvPr/>
        </p:nvSpPr>
        <p:spPr>
          <a:xfrm>
            <a:off x="2549267" y="5503689"/>
            <a:ext cx="820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21C431-2E40-8010-6C8D-C03013BD8196}"/>
              </a:ext>
            </a:extLst>
          </p:cNvPr>
          <p:cNvSpPr/>
          <p:nvPr/>
        </p:nvSpPr>
        <p:spPr>
          <a:xfrm>
            <a:off x="306623" y="2791570"/>
            <a:ext cx="1103407" cy="193457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73CE38-1DD1-04E9-8333-3AFCC409E972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858327" y="2985027"/>
            <a:ext cx="1" cy="791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A78901E-07C6-B27D-1C88-30ADCEDD95C6}"/>
              </a:ext>
            </a:extLst>
          </p:cNvPr>
          <p:cNvSpPr txBox="1"/>
          <p:nvPr/>
        </p:nvSpPr>
        <p:spPr>
          <a:xfrm>
            <a:off x="769053" y="3102726"/>
            <a:ext cx="10690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has component part at some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5EFF09-48B2-82A3-AD81-2B66EC7352FE}"/>
              </a:ext>
            </a:extLst>
          </p:cNvPr>
          <p:cNvSpPr txBox="1"/>
          <p:nvPr/>
        </p:nvSpPr>
        <p:spPr>
          <a:xfrm>
            <a:off x="4947527" y="6385816"/>
            <a:ext cx="10690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00FF00"/>
                </a:highlight>
              </a:rPr>
              <a:t>PartInstance</a:t>
            </a:r>
          </a:p>
        </p:txBody>
      </p:sp>
    </p:spTree>
    <p:extLst>
      <p:ext uri="{BB962C8B-B14F-4D97-AF65-F5344CB8AC3E}">
        <p14:creationId xmlns:p14="http://schemas.microsoft.com/office/powerpoint/2010/main" val="1779758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3567-F52F-06FF-28A8-099011E4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71BDAE-701A-DA8F-6EF4-8952B3F7319A}"/>
              </a:ext>
            </a:extLst>
          </p:cNvPr>
          <p:cNvSpPr txBox="1"/>
          <p:nvPr/>
        </p:nvSpPr>
        <p:spPr>
          <a:xfrm>
            <a:off x="1520805" y="0"/>
            <a:ext cx="10690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00FF00"/>
                </a:highlight>
              </a:rPr>
              <a:t>PartInstance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5EE5FD-3977-8B0D-82A6-5C9FAA63853D}"/>
              </a:ext>
            </a:extLst>
          </p:cNvPr>
          <p:cNvSpPr/>
          <p:nvPr/>
        </p:nvSpPr>
        <p:spPr>
          <a:xfrm>
            <a:off x="306624" y="3776244"/>
            <a:ext cx="1103407" cy="193457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C900EA-244B-68F9-9D1F-31D4AE590560}"/>
              </a:ext>
            </a:extLst>
          </p:cNvPr>
          <p:cNvSpPr/>
          <p:nvPr/>
        </p:nvSpPr>
        <p:spPr>
          <a:xfrm>
            <a:off x="4700213" y="3776244"/>
            <a:ext cx="1495712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41D30A-05DA-1F1B-08F9-E0EAF88D8B33}"/>
              </a:ext>
            </a:extLst>
          </p:cNvPr>
          <p:cNvSpPr/>
          <p:nvPr/>
        </p:nvSpPr>
        <p:spPr>
          <a:xfrm>
            <a:off x="4435112" y="5461312"/>
            <a:ext cx="2025920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 Design Identifier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840846-1193-DB4A-D5FE-292E0A80733B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H="1" flipV="1">
            <a:off x="5448069" y="4014417"/>
            <a:ext cx="3" cy="1446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083D41-4006-7C28-218F-32380F8CE92F}"/>
              </a:ext>
            </a:extLst>
          </p:cNvPr>
          <p:cNvSpPr txBox="1"/>
          <p:nvPr/>
        </p:nvSpPr>
        <p:spPr>
          <a:xfrm>
            <a:off x="2752245" y="3637931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prescribes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F0A659-6669-7647-2C59-2BCF723BBA2C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 flipV="1">
            <a:off x="1410031" y="3872973"/>
            <a:ext cx="3290182" cy="22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2CCCC33-8596-85E9-34E1-354A02522233}"/>
              </a:ext>
            </a:extLst>
          </p:cNvPr>
          <p:cNvSpPr txBox="1"/>
          <p:nvPr/>
        </p:nvSpPr>
        <p:spPr>
          <a:xfrm>
            <a:off x="5375471" y="4491643"/>
            <a:ext cx="820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A4CA95-40A6-3BED-DBE4-40FA2406B164}"/>
              </a:ext>
            </a:extLst>
          </p:cNvPr>
          <p:cNvSpPr/>
          <p:nvPr/>
        </p:nvSpPr>
        <p:spPr>
          <a:xfrm>
            <a:off x="4435112" y="5819451"/>
            <a:ext cx="1938311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Material Artifact Identifier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8A7328-1CD6-3475-5532-63C33798F573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>
          <a:xfrm flipH="1" flipV="1">
            <a:off x="858328" y="3969701"/>
            <a:ext cx="3576784" cy="196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8ADDF6-7585-A05A-6472-16E105457178}"/>
              </a:ext>
            </a:extLst>
          </p:cNvPr>
          <p:cNvSpPr txBox="1"/>
          <p:nvPr/>
        </p:nvSpPr>
        <p:spPr>
          <a:xfrm>
            <a:off x="2549267" y="5503689"/>
            <a:ext cx="820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47FF6A-5638-4351-9C81-ECF5474D858C}"/>
              </a:ext>
            </a:extLst>
          </p:cNvPr>
          <p:cNvSpPr/>
          <p:nvPr/>
        </p:nvSpPr>
        <p:spPr>
          <a:xfrm>
            <a:off x="306623" y="2791570"/>
            <a:ext cx="1103407" cy="193457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D0A936-8BC7-A596-C7C9-5EF30099F60E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858327" y="2985027"/>
            <a:ext cx="1" cy="791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FB2A67-3497-C420-C983-48FB6E8540C0}"/>
              </a:ext>
            </a:extLst>
          </p:cNvPr>
          <p:cNvSpPr txBox="1"/>
          <p:nvPr/>
        </p:nvSpPr>
        <p:spPr>
          <a:xfrm>
            <a:off x="769053" y="3102726"/>
            <a:ext cx="10690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has component part at some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FB4F69-84FD-CB0A-172C-0E6AA120ED43}"/>
              </a:ext>
            </a:extLst>
          </p:cNvPr>
          <p:cNvSpPr txBox="1"/>
          <p:nvPr/>
        </p:nvSpPr>
        <p:spPr>
          <a:xfrm>
            <a:off x="4913528" y="6054479"/>
            <a:ext cx="10690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00FF00"/>
                </a:highlight>
              </a:rPr>
              <a:t>PartInstance</a:t>
            </a:r>
          </a:p>
        </p:txBody>
      </p:sp>
    </p:spTree>
    <p:extLst>
      <p:ext uri="{BB962C8B-B14F-4D97-AF65-F5344CB8AC3E}">
        <p14:creationId xmlns:p14="http://schemas.microsoft.com/office/powerpoint/2010/main" val="272120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B05CDB-4D70-C464-50EA-F7CC9C4CF4FA}"/>
              </a:ext>
            </a:extLst>
          </p:cNvPr>
          <p:cNvSpPr/>
          <p:nvPr/>
        </p:nvSpPr>
        <p:spPr>
          <a:xfrm>
            <a:off x="8385190" y="1761279"/>
            <a:ext cx="1574652" cy="23817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Purchase Order Process</a:t>
            </a:r>
          </a:p>
        </p:txBody>
      </p:sp>
    </p:spTree>
    <p:extLst>
      <p:ext uri="{BB962C8B-B14F-4D97-AF65-F5344CB8AC3E}">
        <p14:creationId xmlns:p14="http://schemas.microsoft.com/office/powerpoint/2010/main" val="321946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13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300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2BF6-877A-8169-609B-637656982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28B92-04EC-5621-D11F-B625DB044D20}"/>
              </a:ext>
            </a:extLst>
          </p:cNvPr>
          <p:cNvSpPr txBox="1"/>
          <p:nvPr/>
        </p:nvSpPr>
        <p:spPr>
          <a:xfrm>
            <a:off x="1636369" y="0"/>
            <a:ext cx="108179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highlight>
                  <a:srgbClr val="00FF00"/>
                </a:highlight>
              </a:rPr>
              <a:t>1stLevelMaterial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1stLevelSerial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1RevisionLevel</a:t>
            </a:r>
            <a:r>
              <a:rPr lang="en-US" sz="1050" dirty="0"/>
              <a:t>,DefQty,DefCode,DefCodeDescription,RefDesigDescription,FailedComponent,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B2EDD3-1800-D9A8-5CCE-591DDCAC0E4E}"/>
              </a:ext>
            </a:extLst>
          </p:cNvPr>
          <p:cNvSpPr/>
          <p:nvPr/>
        </p:nvSpPr>
        <p:spPr>
          <a:xfrm>
            <a:off x="4363656" y="5261910"/>
            <a:ext cx="1581228" cy="30217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Design Identifier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697BDC-202E-2F59-E29B-A5304A7BC0B4}"/>
              </a:ext>
            </a:extLst>
          </p:cNvPr>
          <p:cNvSpPr/>
          <p:nvPr/>
        </p:nvSpPr>
        <p:spPr>
          <a:xfrm>
            <a:off x="104173" y="3765293"/>
            <a:ext cx="1574156" cy="19324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BBA22-7E4C-5572-89F8-0B6C0C51C62C}"/>
              </a:ext>
            </a:extLst>
          </p:cNvPr>
          <p:cNvSpPr txBox="1"/>
          <p:nvPr/>
        </p:nvSpPr>
        <p:spPr>
          <a:xfrm>
            <a:off x="4557198" y="5554179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highlight>
                  <a:srgbClr val="00FF00"/>
                </a:highlight>
              </a:rPr>
              <a:t>1stLevelMaterial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6B3FC0-6A1A-489C-B5C1-A2B88886A4E1}"/>
              </a:ext>
            </a:extLst>
          </p:cNvPr>
          <p:cNvCxnSpPr>
            <a:cxnSpLocks/>
            <a:stCxn id="4" idx="0"/>
            <a:endCxn id="12" idx="2"/>
          </p:cNvCxnSpPr>
          <p:nvPr/>
        </p:nvCxnSpPr>
        <p:spPr>
          <a:xfrm flipV="1">
            <a:off x="5154270" y="4481942"/>
            <a:ext cx="3005" cy="779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495E8C-D866-E561-89B5-8A138A700BD6}"/>
              </a:ext>
            </a:extLst>
          </p:cNvPr>
          <p:cNvSpPr txBox="1"/>
          <p:nvPr/>
        </p:nvSpPr>
        <p:spPr>
          <a:xfrm>
            <a:off x="5072932" y="4675191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9E70FC2-AF6D-0039-2DEA-693771AA6B2E}"/>
              </a:ext>
            </a:extLst>
          </p:cNvPr>
          <p:cNvSpPr/>
          <p:nvPr/>
        </p:nvSpPr>
        <p:spPr>
          <a:xfrm>
            <a:off x="4484953" y="6082884"/>
            <a:ext cx="1383412" cy="302174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Identifier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18055-8C3B-132D-666B-E2368D0C4B5A}"/>
              </a:ext>
            </a:extLst>
          </p:cNvPr>
          <p:cNvSpPr txBox="1"/>
          <p:nvPr/>
        </p:nvSpPr>
        <p:spPr>
          <a:xfrm>
            <a:off x="4628426" y="6349834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highlight>
                  <a:srgbClr val="00FF00"/>
                </a:highlight>
              </a:rPr>
              <a:t>1stLevelSerial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FE9C9E-057E-5E6B-5EC9-E5B75D7AFCB2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1452623" y="3958542"/>
            <a:ext cx="3032330" cy="2275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D476E70-9867-71EA-4CEB-9526393A222C}"/>
              </a:ext>
            </a:extLst>
          </p:cNvPr>
          <p:cNvSpPr txBox="1"/>
          <p:nvPr/>
        </p:nvSpPr>
        <p:spPr>
          <a:xfrm>
            <a:off x="2912553" y="547735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ED0080-D5E3-ECBF-8155-DF8378FCA5D9}"/>
              </a:ext>
            </a:extLst>
          </p:cNvPr>
          <p:cNvSpPr/>
          <p:nvPr/>
        </p:nvSpPr>
        <p:spPr>
          <a:xfrm>
            <a:off x="4209598" y="4288693"/>
            <a:ext cx="1895354" cy="19324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Design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C8C16E-BB58-5E7D-5B83-56E8AEA6828F}"/>
              </a:ext>
            </a:extLst>
          </p:cNvPr>
          <p:cNvSpPr/>
          <p:nvPr/>
        </p:nvSpPr>
        <p:spPr>
          <a:xfrm>
            <a:off x="6230607" y="5631084"/>
            <a:ext cx="1644044" cy="31535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Design Revision Identifier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CC8F7B-FBF9-C421-675F-5C79594FAEE9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1678329" y="3460220"/>
            <a:ext cx="4266555" cy="401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A3E9AD8-008E-2E7A-2111-2382795A2422}"/>
              </a:ext>
            </a:extLst>
          </p:cNvPr>
          <p:cNvSpPr txBox="1"/>
          <p:nvPr/>
        </p:nvSpPr>
        <p:spPr>
          <a:xfrm>
            <a:off x="3080772" y="3448145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prescribes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24EC1C-E645-6B60-ADCB-845B6BA75BDE}"/>
              </a:ext>
            </a:extLst>
          </p:cNvPr>
          <p:cNvSpPr txBox="1"/>
          <p:nvPr/>
        </p:nvSpPr>
        <p:spPr>
          <a:xfrm>
            <a:off x="7045363" y="5906940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ighlight>
                  <a:srgbClr val="00FF00"/>
                </a:highlight>
              </a:rPr>
              <a:t>1RevisionLevel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246505E-9042-5D9B-0954-249AF55247C7}"/>
              </a:ext>
            </a:extLst>
          </p:cNvPr>
          <p:cNvCxnSpPr>
            <a:cxnSpLocks/>
            <a:stCxn id="14" idx="0"/>
            <a:endCxn id="6" idx="2"/>
          </p:cNvCxnSpPr>
          <p:nvPr/>
        </p:nvCxnSpPr>
        <p:spPr>
          <a:xfrm flipH="1" flipV="1">
            <a:off x="6892561" y="3612547"/>
            <a:ext cx="160068" cy="2018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0124205-4472-2FD6-3565-B98330396FEB}"/>
              </a:ext>
            </a:extLst>
          </p:cNvPr>
          <p:cNvSpPr txBox="1"/>
          <p:nvPr/>
        </p:nvSpPr>
        <p:spPr>
          <a:xfrm>
            <a:off x="6892561" y="4295491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6152AD-D70D-7E78-BB2C-A69A3191175E}"/>
              </a:ext>
            </a:extLst>
          </p:cNvPr>
          <p:cNvSpPr/>
          <p:nvPr/>
        </p:nvSpPr>
        <p:spPr>
          <a:xfrm>
            <a:off x="5944884" y="3307893"/>
            <a:ext cx="1895354" cy="304654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Design Revision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94FA01-456D-B02B-67D4-B5ECB2B528EA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5157275" y="3608513"/>
            <a:ext cx="1112305" cy="680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FD2B5A6-68B8-4933-5214-C1CD891508F8}"/>
              </a:ext>
            </a:extLst>
          </p:cNvPr>
          <p:cNvSpPr txBox="1"/>
          <p:nvPr/>
        </p:nvSpPr>
        <p:spPr>
          <a:xfrm>
            <a:off x="5824228" y="3618807"/>
            <a:ext cx="820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has continuant part at all times</a:t>
            </a:r>
          </a:p>
        </p:txBody>
      </p:sp>
    </p:spTree>
    <p:extLst>
      <p:ext uri="{BB962C8B-B14F-4D97-AF65-F5344CB8AC3E}">
        <p14:creationId xmlns:p14="http://schemas.microsoft.com/office/powerpoint/2010/main" val="127503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36F26A-9F14-20DA-BD56-118C97779AD5}"/>
              </a:ext>
            </a:extLst>
          </p:cNvPr>
          <p:cNvSpPr txBox="1"/>
          <p:nvPr/>
        </p:nvSpPr>
        <p:spPr>
          <a:xfrm>
            <a:off x="1636369" y="0"/>
            <a:ext cx="108179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DefQty,</a:t>
            </a:r>
            <a:r>
              <a:rPr lang="en-US" sz="1050" dirty="0">
                <a:highlight>
                  <a:srgbClr val="00FF00"/>
                </a:highlight>
              </a:rPr>
              <a:t>DefCode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DefCodeDescription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RefDesigDescription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FailedComponent</a:t>
            </a:r>
            <a:r>
              <a:rPr lang="en-US" sz="1050" dirty="0"/>
              <a:t>,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B24B42-B6BD-D5B6-5781-66F8A6F6ACB6}"/>
              </a:ext>
            </a:extLst>
          </p:cNvPr>
          <p:cNvSpPr/>
          <p:nvPr/>
        </p:nvSpPr>
        <p:spPr>
          <a:xfrm>
            <a:off x="2629073" y="1611039"/>
            <a:ext cx="843226" cy="25391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322209-D165-7654-3A87-943F6D7FF95B}"/>
              </a:ext>
            </a:extLst>
          </p:cNvPr>
          <p:cNvSpPr/>
          <p:nvPr/>
        </p:nvSpPr>
        <p:spPr>
          <a:xfrm>
            <a:off x="6454513" y="1483360"/>
            <a:ext cx="1132655" cy="46537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classification description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488336-D7C5-5D6A-3FD9-6B0504C74AB0}"/>
              </a:ext>
            </a:extLst>
          </p:cNvPr>
          <p:cNvSpPr/>
          <p:nvPr/>
        </p:nvSpPr>
        <p:spPr>
          <a:xfrm>
            <a:off x="390111" y="3570484"/>
            <a:ext cx="997906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0D5890-8782-05A1-7007-FB5C232B1CB9}"/>
              </a:ext>
            </a:extLst>
          </p:cNvPr>
          <p:cNvSpPr/>
          <p:nvPr/>
        </p:nvSpPr>
        <p:spPr>
          <a:xfrm>
            <a:off x="4523982" y="6113126"/>
            <a:ext cx="1472000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 Location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F23F0C-6EBB-5653-6B40-87C31AFC7A7F}"/>
              </a:ext>
            </a:extLst>
          </p:cNvPr>
          <p:cNvSpPr/>
          <p:nvPr/>
        </p:nvSpPr>
        <p:spPr>
          <a:xfrm>
            <a:off x="4523980" y="3570484"/>
            <a:ext cx="1294357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 Design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3A2FD7-7F2F-6967-E592-DCC18459D918}"/>
              </a:ext>
            </a:extLst>
          </p:cNvPr>
          <p:cNvSpPr/>
          <p:nvPr/>
        </p:nvSpPr>
        <p:spPr>
          <a:xfrm>
            <a:off x="4435159" y="5507843"/>
            <a:ext cx="1472001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 Design Identifier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D248AA-1324-291A-6637-821D3322F9FE}"/>
              </a:ext>
            </a:extLst>
          </p:cNvPr>
          <p:cNvCxnSpPr>
            <a:cxnSpLocks/>
            <a:stCxn id="7" idx="0"/>
            <a:endCxn id="5" idx="1"/>
          </p:cNvCxnSpPr>
          <p:nvPr/>
        </p:nvCxnSpPr>
        <p:spPr>
          <a:xfrm flipV="1">
            <a:off x="889064" y="1737997"/>
            <a:ext cx="1740009" cy="1832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9D6AA5-181B-70E5-8981-D1FE59D76327}"/>
              </a:ext>
            </a:extLst>
          </p:cNvPr>
          <p:cNvSpPr txBox="1"/>
          <p:nvPr/>
        </p:nvSpPr>
        <p:spPr>
          <a:xfrm>
            <a:off x="5086706" y="4382659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C2A1AD-5739-297E-040C-B9C72884E203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flipH="1">
            <a:off x="1388017" y="3729908"/>
            <a:ext cx="31359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A19039-9FCF-9F1D-4606-8D10F1692291}"/>
              </a:ext>
            </a:extLst>
          </p:cNvPr>
          <p:cNvCxnSpPr>
            <a:cxnSpLocks/>
            <a:stCxn id="8" idx="1"/>
            <a:endCxn id="45" idx="3"/>
          </p:cNvCxnSpPr>
          <p:nvPr/>
        </p:nvCxnSpPr>
        <p:spPr>
          <a:xfrm flipH="1" flipV="1">
            <a:off x="1421704" y="4809671"/>
            <a:ext cx="3102278" cy="1462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C738C5-10AF-2891-A5A5-246251F1C224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flipH="1" flipV="1">
            <a:off x="5171159" y="3889332"/>
            <a:ext cx="1" cy="1618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40D5BD-936A-4613-3515-79AE153A8658}"/>
              </a:ext>
            </a:extLst>
          </p:cNvPr>
          <p:cNvSpPr txBox="1"/>
          <p:nvPr/>
        </p:nvSpPr>
        <p:spPr>
          <a:xfrm>
            <a:off x="2552932" y="5661351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C6983D-317C-FF07-096B-02FDFB32ADA3}"/>
              </a:ext>
            </a:extLst>
          </p:cNvPr>
          <p:cNvSpPr txBox="1"/>
          <p:nvPr/>
        </p:nvSpPr>
        <p:spPr>
          <a:xfrm>
            <a:off x="2589659" y="3729908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prescribes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6C438CC-3A3A-AE2E-C960-C952E206638A}"/>
              </a:ext>
            </a:extLst>
          </p:cNvPr>
          <p:cNvSpPr/>
          <p:nvPr/>
        </p:nvSpPr>
        <p:spPr>
          <a:xfrm>
            <a:off x="6386841" y="5396063"/>
            <a:ext cx="1329679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classification code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83E1CB0-C2DC-6564-351D-7E8464C6ACE4}"/>
              </a:ext>
            </a:extLst>
          </p:cNvPr>
          <p:cNvCxnSpPr>
            <a:cxnSpLocks/>
            <a:stCxn id="29" idx="0"/>
            <a:endCxn id="6" idx="2"/>
          </p:cNvCxnSpPr>
          <p:nvPr/>
        </p:nvCxnSpPr>
        <p:spPr>
          <a:xfrm flipH="1" flipV="1">
            <a:off x="7020841" y="1948735"/>
            <a:ext cx="30840" cy="3447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CCAEE13-F0FA-BC3B-F6D1-9815C2BCAF1C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3472299" y="1716048"/>
            <a:ext cx="2982214" cy="21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8820A6D-2513-D9E9-759B-3F2856771800}"/>
              </a:ext>
            </a:extLst>
          </p:cNvPr>
          <p:cNvSpPr txBox="1"/>
          <p:nvPr/>
        </p:nvSpPr>
        <p:spPr>
          <a:xfrm>
            <a:off x="6948909" y="408412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E332E4-D34D-D074-F276-FC59C1820C95}"/>
              </a:ext>
            </a:extLst>
          </p:cNvPr>
          <p:cNvSpPr txBox="1"/>
          <p:nvPr/>
        </p:nvSpPr>
        <p:spPr>
          <a:xfrm>
            <a:off x="938614" y="2610927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bearer of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BB7B34-3FCA-257F-0F50-96905FABFB73}"/>
              </a:ext>
            </a:extLst>
          </p:cNvPr>
          <p:cNvSpPr txBox="1"/>
          <p:nvPr/>
        </p:nvSpPr>
        <p:spPr>
          <a:xfrm>
            <a:off x="4666794" y="1539020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describes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CE5C49-8062-D55F-8D68-E6FEE0303C60}"/>
              </a:ext>
            </a:extLst>
          </p:cNvPr>
          <p:cNvSpPr txBox="1"/>
          <p:nvPr/>
        </p:nvSpPr>
        <p:spPr>
          <a:xfrm>
            <a:off x="4637563" y="5799850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FailedComponent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990D4F-B923-63AC-6B83-71DC7733E2E4}"/>
              </a:ext>
            </a:extLst>
          </p:cNvPr>
          <p:cNvSpPr txBox="1"/>
          <p:nvPr/>
        </p:nvSpPr>
        <p:spPr>
          <a:xfrm>
            <a:off x="4681248" y="6386806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RefDesigDescription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144F8FA-A0EE-460A-606A-CE8D9306695B}"/>
              </a:ext>
            </a:extLst>
          </p:cNvPr>
          <p:cNvSpPr/>
          <p:nvPr/>
        </p:nvSpPr>
        <p:spPr>
          <a:xfrm>
            <a:off x="356424" y="4602668"/>
            <a:ext cx="1065280" cy="41400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 Location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B304F7-8B13-53B4-7B43-7233F9E97DDD}"/>
              </a:ext>
            </a:extLst>
          </p:cNvPr>
          <p:cNvSpPr txBox="1"/>
          <p:nvPr/>
        </p:nvSpPr>
        <p:spPr>
          <a:xfrm>
            <a:off x="6466629" y="5692128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DefCode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86718D-E042-2BB5-E156-60DCAD6BAF71}"/>
              </a:ext>
            </a:extLst>
          </p:cNvPr>
          <p:cNvSpPr txBox="1"/>
          <p:nvPr/>
        </p:nvSpPr>
        <p:spPr>
          <a:xfrm>
            <a:off x="5863373" y="1953575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DefCodeDescription</a:t>
            </a:r>
            <a:endParaRPr lang="en-US" sz="800" dirty="0">
              <a:highlight>
                <a:srgbClr val="00FF00"/>
              </a:highlight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45247C-BFAE-6AD6-15DD-D2B84282A634}"/>
              </a:ext>
            </a:extLst>
          </p:cNvPr>
          <p:cNvCxnSpPr>
            <a:cxnSpLocks/>
            <a:stCxn id="7" idx="2"/>
            <a:endCxn id="45" idx="0"/>
          </p:cNvCxnSpPr>
          <p:nvPr/>
        </p:nvCxnSpPr>
        <p:spPr>
          <a:xfrm>
            <a:off x="889064" y="3889332"/>
            <a:ext cx="0" cy="713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CC8436B-4E39-7037-4485-61FB4F2C75B9}"/>
              </a:ext>
            </a:extLst>
          </p:cNvPr>
          <p:cNvSpPr txBox="1"/>
          <p:nvPr/>
        </p:nvSpPr>
        <p:spPr>
          <a:xfrm>
            <a:off x="844365" y="3945169"/>
            <a:ext cx="8204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156082"/>
                </a:solidFill>
              </a:rPr>
              <a:t>located in at some times</a:t>
            </a:r>
          </a:p>
        </p:txBody>
      </p:sp>
    </p:spTree>
    <p:extLst>
      <p:ext uri="{BB962C8B-B14F-4D97-AF65-F5344CB8AC3E}">
        <p14:creationId xmlns:p14="http://schemas.microsoft.com/office/powerpoint/2010/main" val="330594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B81C4B-E0A5-38CC-293D-B30BF51FEB8F}"/>
              </a:ext>
            </a:extLst>
          </p:cNvPr>
          <p:cNvSpPr txBox="1"/>
          <p:nvPr/>
        </p:nvSpPr>
        <p:spPr>
          <a:xfrm>
            <a:off x="1564187" y="0"/>
            <a:ext cx="60970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CreatedOn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CreaBy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Plnt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Material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SerialNumber</a:t>
            </a: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ECAF2-9B3E-0EE8-A21A-5F4AFA5BC058}"/>
              </a:ext>
            </a:extLst>
          </p:cNvPr>
          <p:cNvSpPr txBox="1"/>
          <p:nvPr/>
        </p:nvSpPr>
        <p:spPr>
          <a:xfrm>
            <a:off x="2051366" y="4242855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396840-F96B-1D1E-961D-120C635FC4B1}"/>
              </a:ext>
            </a:extLst>
          </p:cNvPr>
          <p:cNvSpPr txBox="1"/>
          <p:nvPr/>
        </p:nvSpPr>
        <p:spPr>
          <a:xfrm>
            <a:off x="3443533" y="3562735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describes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62073C5-3853-E7C6-2EE9-EB227681D618}"/>
              </a:ext>
            </a:extLst>
          </p:cNvPr>
          <p:cNvSpPr/>
          <p:nvPr/>
        </p:nvSpPr>
        <p:spPr>
          <a:xfrm>
            <a:off x="8306843" y="1339241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Discovery Process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3C94FF9-BED8-41BB-8718-CFFC02E504C7}"/>
              </a:ext>
            </a:extLst>
          </p:cNvPr>
          <p:cNvSpPr/>
          <p:nvPr/>
        </p:nvSpPr>
        <p:spPr>
          <a:xfrm>
            <a:off x="11290207" y="1987072"/>
            <a:ext cx="743051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Temporal Interval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25F225-EAB1-C39D-F217-DA769C840D0C}"/>
              </a:ext>
            </a:extLst>
          </p:cNvPr>
          <p:cNvCxnSpPr>
            <a:cxnSpLocks/>
            <a:stCxn id="27" idx="3"/>
            <a:endCxn id="37" idx="1"/>
          </p:cNvCxnSpPr>
          <p:nvPr/>
        </p:nvCxnSpPr>
        <p:spPr>
          <a:xfrm>
            <a:off x="9834859" y="2148345"/>
            <a:ext cx="14553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D0E6344-B94E-1449-9FB9-DD7E4617580F}"/>
              </a:ext>
            </a:extLst>
          </p:cNvPr>
          <p:cNvSpPr txBox="1"/>
          <p:nvPr/>
        </p:nvSpPr>
        <p:spPr>
          <a:xfrm>
            <a:off x="10431052" y="1919485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occurs  on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9ED9E86-1690-6BDC-669B-8601E2F8AE2F}"/>
              </a:ext>
            </a:extLst>
          </p:cNvPr>
          <p:cNvSpPr/>
          <p:nvPr/>
        </p:nvSpPr>
        <p:spPr>
          <a:xfrm>
            <a:off x="114715" y="2750627"/>
            <a:ext cx="1574156" cy="19324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3AE3ADA-682E-4B8C-E437-A4B537A6C163}"/>
              </a:ext>
            </a:extLst>
          </p:cNvPr>
          <p:cNvSpPr/>
          <p:nvPr/>
        </p:nvSpPr>
        <p:spPr>
          <a:xfrm>
            <a:off x="402839" y="1380539"/>
            <a:ext cx="997906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81780D2-2B68-19DE-F0CA-648BD84B94E2}"/>
              </a:ext>
            </a:extLst>
          </p:cNvPr>
          <p:cNvCxnSpPr>
            <a:cxnSpLocks/>
            <a:stCxn id="46" idx="0"/>
            <a:endCxn id="47" idx="2"/>
          </p:cNvCxnSpPr>
          <p:nvPr/>
        </p:nvCxnSpPr>
        <p:spPr>
          <a:xfrm flipH="1" flipV="1">
            <a:off x="901792" y="1699387"/>
            <a:ext cx="1" cy="1051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0C95471-6CD6-2274-97A1-4AB25962EBD1}"/>
              </a:ext>
            </a:extLst>
          </p:cNvPr>
          <p:cNvSpPr txBox="1"/>
          <p:nvPr/>
        </p:nvSpPr>
        <p:spPr>
          <a:xfrm>
            <a:off x="824387" y="2378090"/>
            <a:ext cx="101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continuant part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3E05AED-8529-8C1D-6F43-AC8090618CC6}"/>
              </a:ext>
            </a:extLst>
          </p:cNvPr>
          <p:cNvCxnSpPr>
            <a:cxnSpLocks/>
            <a:stCxn id="47" idx="3"/>
            <a:endCxn id="36" idx="1"/>
          </p:cNvCxnSpPr>
          <p:nvPr/>
        </p:nvCxnSpPr>
        <p:spPr>
          <a:xfrm flipV="1">
            <a:off x="1400745" y="1500514"/>
            <a:ext cx="6906098" cy="39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8279F6C-5C61-EFC5-83C3-F39A04AB4660}"/>
              </a:ext>
            </a:extLst>
          </p:cNvPr>
          <p:cNvSpPr txBox="1"/>
          <p:nvPr/>
        </p:nvSpPr>
        <p:spPr>
          <a:xfrm>
            <a:off x="4786438" y="1288306"/>
            <a:ext cx="1042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participates in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FD50288-EBA9-9878-3229-7087AF53F1C2}"/>
              </a:ext>
            </a:extLst>
          </p:cNvPr>
          <p:cNvSpPr/>
          <p:nvPr/>
        </p:nvSpPr>
        <p:spPr>
          <a:xfrm>
            <a:off x="4373669" y="6147147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Person Identifier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3271582-2CEB-4C09-7F57-9CF2D8A1A10B}"/>
              </a:ext>
            </a:extLst>
          </p:cNvPr>
          <p:cNvSpPr/>
          <p:nvPr/>
        </p:nvSpPr>
        <p:spPr>
          <a:xfrm>
            <a:off x="137784" y="6147147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Person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562D621-9F8C-36D5-D7A1-340B82C0AFB6}"/>
              </a:ext>
            </a:extLst>
          </p:cNvPr>
          <p:cNvCxnSpPr>
            <a:cxnSpLocks/>
            <a:stCxn id="64" idx="0"/>
            <a:endCxn id="27" idx="1"/>
          </p:cNvCxnSpPr>
          <p:nvPr/>
        </p:nvCxnSpPr>
        <p:spPr>
          <a:xfrm flipV="1">
            <a:off x="901793" y="2148345"/>
            <a:ext cx="7405049" cy="3998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33C3868-2EAB-768F-1E1D-91CE6009DED0}"/>
              </a:ext>
            </a:extLst>
          </p:cNvPr>
          <p:cNvSpPr txBox="1"/>
          <p:nvPr/>
        </p:nvSpPr>
        <p:spPr>
          <a:xfrm>
            <a:off x="6711843" y="2344641"/>
            <a:ext cx="1042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participates in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BCBE984-0D6F-33EF-B132-82A7335922D4}"/>
              </a:ext>
            </a:extLst>
          </p:cNvPr>
          <p:cNvCxnSpPr>
            <a:cxnSpLocks/>
            <a:stCxn id="63" idx="1"/>
            <a:endCxn id="64" idx="3"/>
          </p:cNvCxnSpPr>
          <p:nvPr/>
        </p:nvCxnSpPr>
        <p:spPr>
          <a:xfrm flipH="1">
            <a:off x="1665801" y="6308420"/>
            <a:ext cx="27078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8D263D5-6D4D-4698-644D-F8CAC08A00F8}"/>
              </a:ext>
            </a:extLst>
          </p:cNvPr>
          <p:cNvSpPr/>
          <p:nvPr/>
        </p:nvSpPr>
        <p:spPr>
          <a:xfrm>
            <a:off x="6076768" y="6147147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Temporal interval Identifier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0F90C2D-6927-BC59-F77B-8250061D5A1A}"/>
              </a:ext>
            </a:extLst>
          </p:cNvPr>
          <p:cNvCxnSpPr>
            <a:cxnSpLocks/>
            <a:stCxn id="72" idx="3"/>
            <a:endCxn id="37" idx="2"/>
          </p:cNvCxnSpPr>
          <p:nvPr/>
        </p:nvCxnSpPr>
        <p:spPr>
          <a:xfrm flipV="1">
            <a:off x="7604785" y="2309617"/>
            <a:ext cx="4056948" cy="3998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B7609FA-3D2B-5B75-23DD-25D547405ADA}"/>
              </a:ext>
            </a:extLst>
          </p:cNvPr>
          <p:cNvSpPr txBox="1"/>
          <p:nvPr/>
        </p:nvSpPr>
        <p:spPr>
          <a:xfrm>
            <a:off x="2667922" y="6062198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0680BC-BDF2-88DF-913E-1B993503D511}"/>
              </a:ext>
            </a:extLst>
          </p:cNvPr>
          <p:cNvSpPr txBox="1"/>
          <p:nvPr/>
        </p:nvSpPr>
        <p:spPr>
          <a:xfrm>
            <a:off x="8683694" y="4047595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01EA0B-5296-6200-1F20-E00F619E9C83}"/>
              </a:ext>
            </a:extLst>
          </p:cNvPr>
          <p:cNvSpPr txBox="1"/>
          <p:nvPr/>
        </p:nvSpPr>
        <p:spPr>
          <a:xfrm>
            <a:off x="6262042" y="6457220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CreatedOn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183A4D2-2C35-0F60-6953-64AAD5A7347F}"/>
              </a:ext>
            </a:extLst>
          </p:cNvPr>
          <p:cNvSpPr txBox="1"/>
          <p:nvPr/>
        </p:nvSpPr>
        <p:spPr>
          <a:xfrm>
            <a:off x="4558943" y="6445944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CreaBy</a:t>
            </a:r>
            <a:endParaRPr lang="en-US" sz="800" dirty="0">
              <a:highlight>
                <a:srgbClr val="00FF00"/>
              </a:highligh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185BBA-65D4-118F-5B56-F5A63DC9C492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5675510" y="1644961"/>
            <a:ext cx="2640009" cy="555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183295-6B88-9813-4F21-F44E6281F1FC}"/>
              </a:ext>
            </a:extLst>
          </p:cNvPr>
          <p:cNvSpPr txBox="1"/>
          <p:nvPr/>
        </p:nvSpPr>
        <p:spPr>
          <a:xfrm>
            <a:off x="6377193" y="1673264"/>
            <a:ext cx="1042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output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E595CE-ABAC-430B-842B-3DCED37C662A}"/>
              </a:ext>
            </a:extLst>
          </p:cNvPr>
          <p:cNvSpPr/>
          <p:nvPr/>
        </p:nvSpPr>
        <p:spPr>
          <a:xfrm>
            <a:off x="4542855" y="1967506"/>
            <a:ext cx="1132655" cy="46537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classification description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AF0E1FD-779E-48DE-4BA5-971896E30938}"/>
              </a:ext>
            </a:extLst>
          </p:cNvPr>
          <p:cNvSpPr/>
          <p:nvPr/>
        </p:nvSpPr>
        <p:spPr>
          <a:xfrm>
            <a:off x="8306842" y="1987072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Recording Process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C857CB1-6453-D381-839A-7D3B41AF9967}"/>
              </a:ext>
            </a:extLst>
          </p:cNvPr>
          <p:cNvCxnSpPr>
            <a:cxnSpLocks/>
            <a:stCxn id="36" idx="2"/>
            <a:endCxn id="27" idx="0"/>
          </p:cNvCxnSpPr>
          <p:nvPr/>
        </p:nvCxnSpPr>
        <p:spPr>
          <a:xfrm flipH="1">
            <a:off x="9070851" y="1661786"/>
            <a:ext cx="1" cy="325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CF39D5A-274B-71F8-605E-19C4648FF665}"/>
              </a:ext>
            </a:extLst>
          </p:cNvPr>
          <p:cNvSpPr txBox="1"/>
          <p:nvPr/>
        </p:nvSpPr>
        <p:spPr>
          <a:xfrm>
            <a:off x="8979010" y="1682586"/>
            <a:ext cx="12681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</a:t>
            </a:r>
            <a:r>
              <a:rPr lang="en-US" sz="1000" dirty="0" err="1">
                <a:solidFill>
                  <a:srgbClr val="156082"/>
                </a:solidFill>
              </a:rPr>
              <a:t>occurant</a:t>
            </a:r>
            <a:r>
              <a:rPr lang="en-US" sz="1000" dirty="0">
                <a:solidFill>
                  <a:srgbClr val="156082"/>
                </a:solidFill>
              </a:rPr>
              <a:t> part</a:t>
            </a:r>
          </a:p>
        </p:txBody>
      </p:sp>
    </p:spTree>
    <p:extLst>
      <p:ext uri="{BB962C8B-B14F-4D97-AF65-F5344CB8AC3E}">
        <p14:creationId xmlns:p14="http://schemas.microsoft.com/office/powerpoint/2010/main" val="2910984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3B314A-0209-6F5E-871B-4ECFCC92008B}"/>
              </a:ext>
            </a:extLst>
          </p:cNvPr>
          <p:cNvSpPr/>
          <p:nvPr/>
        </p:nvSpPr>
        <p:spPr>
          <a:xfrm>
            <a:off x="167903" y="6213058"/>
            <a:ext cx="1396492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Organization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DC45DF-59AB-8828-B9C1-CF7C86386BCB}"/>
              </a:ext>
            </a:extLst>
          </p:cNvPr>
          <p:cNvSpPr/>
          <p:nvPr/>
        </p:nvSpPr>
        <p:spPr>
          <a:xfrm>
            <a:off x="2102444" y="5426902"/>
            <a:ext cx="1396492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Supplier Role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749DB7-B3BC-9D04-04FE-8630E6C095E3}"/>
              </a:ext>
            </a:extLst>
          </p:cNvPr>
          <p:cNvSpPr/>
          <p:nvPr/>
        </p:nvSpPr>
        <p:spPr>
          <a:xfrm>
            <a:off x="4373671" y="6240774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Organization Identifier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6AB8CE-E0D2-96F8-A1C1-56EE0B847F81}"/>
              </a:ext>
            </a:extLst>
          </p:cNvPr>
          <p:cNvCxnSpPr>
            <a:cxnSpLocks/>
            <a:stCxn id="25" idx="1"/>
            <a:endCxn id="8" idx="3"/>
          </p:cNvCxnSpPr>
          <p:nvPr/>
        </p:nvCxnSpPr>
        <p:spPr>
          <a:xfrm flipH="1" flipV="1">
            <a:off x="1564395" y="6374331"/>
            <a:ext cx="2809276" cy="27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EC671D4-45C3-D991-DA6B-12EA9E108371}"/>
              </a:ext>
            </a:extLst>
          </p:cNvPr>
          <p:cNvCxnSpPr>
            <a:cxnSpLocks/>
            <a:stCxn id="8" idx="0"/>
            <a:endCxn id="9" idx="1"/>
          </p:cNvCxnSpPr>
          <p:nvPr/>
        </p:nvCxnSpPr>
        <p:spPr>
          <a:xfrm flipV="1">
            <a:off x="866149" y="5588175"/>
            <a:ext cx="1236295" cy="624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ADF1CF5-B309-391F-D687-A1BF88CC067A}"/>
              </a:ext>
            </a:extLst>
          </p:cNvPr>
          <p:cNvSpPr txBox="1"/>
          <p:nvPr/>
        </p:nvSpPr>
        <p:spPr>
          <a:xfrm>
            <a:off x="2576627" y="5941114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42F80C-D33D-FE4F-037C-A9CA9ED0AFAB}"/>
              </a:ext>
            </a:extLst>
          </p:cNvPr>
          <p:cNvSpPr txBox="1"/>
          <p:nvPr/>
        </p:nvSpPr>
        <p:spPr>
          <a:xfrm>
            <a:off x="931141" y="5681330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role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6D96B66-6185-C6E4-B327-4E862327852D}"/>
              </a:ext>
            </a:extLst>
          </p:cNvPr>
          <p:cNvSpPr/>
          <p:nvPr/>
        </p:nvSpPr>
        <p:spPr>
          <a:xfrm>
            <a:off x="402840" y="1210303"/>
            <a:ext cx="997905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Facility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C1733-C882-DF32-BB7E-DA81F5FA4E2F}"/>
              </a:ext>
            </a:extLst>
          </p:cNvPr>
          <p:cNvSpPr txBox="1"/>
          <p:nvPr/>
        </p:nvSpPr>
        <p:spPr>
          <a:xfrm>
            <a:off x="1564187" y="0"/>
            <a:ext cx="60970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CreatedOn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CreaBy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Plnt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Material,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SerialNumber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 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Vendor</a:t>
            </a: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2C9C59-1FCF-7C29-8766-896E7152ECBE}"/>
              </a:ext>
            </a:extLst>
          </p:cNvPr>
          <p:cNvSpPr/>
          <p:nvPr/>
        </p:nvSpPr>
        <p:spPr>
          <a:xfrm>
            <a:off x="137785" y="3429000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System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E4CAC3-3F60-B37B-8EEC-6D5B769AEB3C}"/>
              </a:ext>
            </a:extLst>
          </p:cNvPr>
          <p:cNvSpPr/>
          <p:nvPr/>
        </p:nvSpPr>
        <p:spPr>
          <a:xfrm>
            <a:off x="4373671" y="5687541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System Identifier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85C5F4-E32A-D6BC-7933-3344005F9E59}"/>
              </a:ext>
            </a:extLst>
          </p:cNvPr>
          <p:cNvCxnSpPr>
            <a:cxnSpLocks/>
            <a:stCxn id="10" idx="1"/>
            <a:endCxn id="7" idx="2"/>
          </p:cNvCxnSpPr>
          <p:nvPr/>
        </p:nvCxnSpPr>
        <p:spPr>
          <a:xfrm flipH="1" flipV="1">
            <a:off x="901794" y="3751545"/>
            <a:ext cx="3471877" cy="2097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B3B270-1015-37D7-AE00-D8A359B37713}"/>
              </a:ext>
            </a:extLst>
          </p:cNvPr>
          <p:cNvSpPr txBox="1"/>
          <p:nvPr/>
        </p:nvSpPr>
        <p:spPr>
          <a:xfrm>
            <a:off x="2237943" y="4435028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913221-21E5-D484-A335-9D40A0526AAB}"/>
              </a:ext>
            </a:extLst>
          </p:cNvPr>
          <p:cNvSpPr/>
          <p:nvPr/>
        </p:nvSpPr>
        <p:spPr>
          <a:xfrm>
            <a:off x="8306843" y="1339241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6F003C-DC16-3BCF-7D7F-38B29D1150FA}"/>
              </a:ext>
            </a:extLst>
          </p:cNvPr>
          <p:cNvSpPr/>
          <p:nvPr/>
        </p:nvSpPr>
        <p:spPr>
          <a:xfrm>
            <a:off x="203547" y="2755851"/>
            <a:ext cx="1399506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805D9B-5C19-0173-1A37-444AEEDB48D2}"/>
              </a:ext>
            </a:extLst>
          </p:cNvPr>
          <p:cNvSpPr/>
          <p:nvPr/>
        </p:nvSpPr>
        <p:spPr>
          <a:xfrm>
            <a:off x="402840" y="2025445"/>
            <a:ext cx="997906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56FFD5-49E2-A8BB-5E3F-3E01DE25BB97}"/>
              </a:ext>
            </a:extLst>
          </p:cNvPr>
          <p:cNvSpPr txBox="1"/>
          <p:nvPr/>
        </p:nvSpPr>
        <p:spPr>
          <a:xfrm>
            <a:off x="824387" y="3074819"/>
            <a:ext cx="101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continuant part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F03341-D3A0-18EE-C8B0-F0056BCC2902}"/>
              </a:ext>
            </a:extLst>
          </p:cNvPr>
          <p:cNvSpPr txBox="1"/>
          <p:nvPr/>
        </p:nvSpPr>
        <p:spPr>
          <a:xfrm>
            <a:off x="824387" y="2387031"/>
            <a:ext cx="101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continuant part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22FA9D-3A12-36B7-2C01-B20DBC270349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1400746" y="1500514"/>
            <a:ext cx="6906097" cy="684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CE553B1-C5BD-D1F3-2983-240CA128B05A}"/>
              </a:ext>
            </a:extLst>
          </p:cNvPr>
          <p:cNvSpPr txBox="1"/>
          <p:nvPr/>
        </p:nvSpPr>
        <p:spPr>
          <a:xfrm>
            <a:off x="5295335" y="1726767"/>
            <a:ext cx="1042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participates in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692E0C-FF90-AEBA-0A79-F6F248604186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901793" y="2344293"/>
            <a:ext cx="1507" cy="411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E5C5A23-33A9-4DF6-9D20-C4EE5F426D35}"/>
              </a:ext>
            </a:extLst>
          </p:cNvPr>
          <p:cNvCxnSpPr>
            <a:cxnSpLocks/>
            <a:stCxn id="13" idx="1"/>
            <a:endCxn id="83" idx="3"/>
          </p:cNvCxnSpPr>
          <p:nvPr/>
        </p:nvCxnSpPr>
        <p:spPr>
          <a:xfrm flipH="1" flipV="1">
            <a:off x="1400745" y="1371576"/>
            <a:ext cx="6906098" cy="128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EB26703-1810-B855-2E32-EA66E843F23C}"/>
              </a:ext>
            </a:extLst>
          </p:cNvPr>
          <p:cNvSpPr txBox="1"/>
          <p:nvPr/>
        </p:nvSpPr>
        <p:spPr>
          <a:xfrm>
            <a:off x="4612710" y="5997614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SerialNumber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EF76CD-772E-20EB-F55C-73243B527C79}"/>
              </a:ext>
            </a:extLst>
          </p:cNvPr>
          <p:cNvSpPr txBox="1"/>
          <p:nvPr/>
        </p:nvSpPr>
        <p:spPr>
          <a:xfrm>
            <a:off x="4612709" y="6545958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Vendor</a:t>
            </a:r>
            <a:endParaRPr lang="en-US" sz="800" dirty="0">
              <a:highlight>
                <a:srgbClr val="00FF00"/>
              </a:highlight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9AACC03-64CE-5C85-7B2E-18A6B1E43665}"/>
              </a:ext>
            </a:extLst>
          </p:cNvPr>
          <p:cNvCxnSpPr>
            <a:cxnSpLocks/>
            <a:stCxn id="7" idx="0"/>
            <a:endCxn id="14" idx="2"/>
          </p:cNvCxnSpPr>
          <p:nvPr/>
        </p:nvCxnSpPr>
        <p:spPr>
          <a:xfrm flipV="1">
            <a:off x="901794" y="3074699"/>
            <a:ext cx="1506" cy="354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A894970-C538-0423-13CB-632CB6DBCB4F}"/>
              </a:ext>
            </a:extLst>
          </p:cNvPr>
          <p:cNvSpPr txBox="1"/>
          <p:nvPr/>
        </p:nvSpPr>
        <p:spPr>
          <a:xfrm>
            <a:off x="4429162" y="1389837"/>
            <a:ext cx="1042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occurs in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B55A0EA-23C5-FB27-60E7-608948A4EB6E}"/>
              </a:ext>
            </a:extLst>
          </p:cNvPr>
          <p:cNvSpPr/>
          <p:nvPr/>
        </p:nvSpPr>
        <p:spPr>
          <a:xfrm>
            <a:off x="6614932" y="5325152"/>
            <a:ext cx="1146422" cy="263024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Facility Identifier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E2BF4C9-BABD-F654-074C-8BFC272724CC}"/>
              </a:ext>
            </a:extLst>
          </p:cNvPr>
          <p:cNvCxnSpPr>
            <a:cxnSpLocks/>
            <a:stCxn id="48" idx="1"/>
            <a:endCxn id="83" idx="3"/>
          </p:cNvCxnSpPr>
          <p:nvPr/>
        </p:nvCxnSpPr>
        <p:spPr>
          <a:xfrm flipH="1" flipV="1">
            <a:off x="1400745" y="1371576"/>
            <a:ext cx="5214187" cy="4085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E6D6193-9ED3-E6B1-7E34-4043C0D78FAC}"/>
              </a:ext>
            </a:extLst>
          </p:cNvPr>
          <p:cNvSpPr txBox="1"/>
          <p:nvPr/>
        </p:nvSpPr>
        <p:spPr>
          <a:xfrm>
            <a:off x="4853794" y="3939246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F6187A-76C0-3BD7-F678-46AD23277FEB}"/>
              </a:ext>
            </a:extLst>
          </p:cNvPr>
          <p:cNvSpPr txBox="1"/>
          <p:nvPr/>
        </p:nvSpPr>
        <p:spPr>
          <a:xfrm>
            <a:off x="6644898" y="5570991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Plnt</a:t>
            </a:r>
            <a:endParaRPr lang="en-US" sz="8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68077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563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8911A-DB8A-C940-E569-B7F7D2DD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8EEEB-41BF-150E-F0D5-EEBE03740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E4D6D1-10BB-A7D7-DBD0-FC3C07B3388C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26BE12-8687-1CE5-6786-ED70D3DACD4E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D251B1-1CC0-4550-AB48-EA0F3CF79497}"/>
              </a:ext>
            </a:extLst>
          </p:cNvPr>
          <p:cNvSpPr/>
          <p:nvPr/>
        </p:nvSpPr>
        <p:spPr>
          <a:xfrm>
            <a:off x="6542762" y="6364500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6FAAB2-FB06-C837-AD7E-A9697528F115}"/>
              </a:ext>
            </a:extLst>
          </p:cNvPr>
          <p:cNvSpPr/>
          <p:nvPr/>
        </p:nvSpPr>
        <p:spPr>
          <a:xfrm>
            <a:off x="2430050" y="2248262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BBC29D-EEDE-89B5-C507-E0F01B1E7CA5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47551A-4D0B-525B-B432-2C95DC18FBEF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62466C-D97B-3AEB-EDAF-163F335FFA92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DA4712-D5CB-F8A0-B442-A59D97B3891F}"/>
              </a:ext>
            </a:extLst>
          </p:cNvPr>
          <p:cNvSpPr/>
          <p:nvPr/>
        </p:nvSpPr>
        <p:spPr>
          <a:xfrm>
            <a:off x="8555274" y="4933486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641B6C-7462-C63A-E0F2-369A5B353CBE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2FD141-CB9B-CC0E-5CE6-FC901D0419C5}"/>
              </a:ext>
            </a:extLst>
          </p:cNvPr>
          <p:cNvSpPr/>
          <p:nvPr/>
        </p:nvSpPr>
        <p:spPr>
          <a:xfrm>
            <a:off x="250520" y="5016833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322C770-B87C-287C-BF02-27F5410007D0}"/>
              </a:ext>
            </a:extLst>
          </p:cNvPr>
          <p:cNvCxnSpPr>
            <a:cxnSpLocks/>
          </p:cNvCxnSpPr>
          <p:nvPr/>
        </p:nvCxnSpPr>
        <p:spPr>
          <a:xfrm>
            <a:off x="2054268" y="320863"/>
            <a:ext cx="3526077" cy="5134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86EB90-027F-93DF-1E8E-CB5BF6AC7B83}"/>
              </a:ext>
            </a:extLst>
          </p:cNvPr>
          <p:cNvCxnSpPr>
            <a:cxnSpLocks/>
          </p:cNvCxnSpPr>
          <p:nvPr/>
        </p:nvCxnSpPr>
        <p:spPr>
          <a:xfrm>
            <a:off x="3363238" y="160432"/>
            <a:ext cx="2989545" cy="5796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3D9D5E-87BF-2117-7B11-0C9451C8F1BE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6564682" y="250521"/>
            <a:ext cx="529747" cy="12713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7CDADF-44E2-FF53-10A0-35ADECE34DD3}"/>
              </a:ext>
            </a:extLst>
          </p:cNvPr>
          <p:cNvCxnSpPr>
            <a:cxnSpLocks/>
          </p:cNvCxnSpPr>
          <p:nvPr/>
        </p:nvCxnSpPr>
        <p:spPr>
          <a:xfrm>
            <a:off x="4653941" y="160432"/>
            <a:ext cx="1836629" cy="35789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95A7A9-74C4-1CDA-4DCC-3E06C11A473B}"/>
              </a:ext>
            </a:extLst>
          </p:cNvPr>
          <p:cNvCxnSpPr>
            <a:cxnSpLocks/>
          </p:cNvCxnSpPr>
          <p:nvPr/>
        </p:nvCxnSpPr>
        <p:spPr>
          <a:xfrm flipH="1">
            <a:off x="7120524" y="160432"/>
            <a:ext cx="1290703" cy="61276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420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545BC-082C-1CF7-5EB3-8C5BEC53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E4FFDC-C575-548E-CCE8-2FC95B1FF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3056F1-BD28-5D7F-F56B-6932F971271E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23D134-1246-48CA-AD04-1C8EA1EEDDA2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066191-9F39-FCCA-7761-57A1552EFBC0}"/>
              </a:ext>
            </a:extLst>
          </p:cNvPr>
          <p:cNvSpPr/>
          <p:nvPr/>
        </p:nvSpPr>
        <p:spPr>
          <a:xfrm>
            <a:off x="6736916" y="5455085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236F76-FBBB-A48E-24F5-9B452CD8A777}"/>
              </a:ext>
            </a:extLst>
          </p:cNvPr>
          <p:cNvSpPr/>
          <p:nvPr/>
        </p:nvSpPr>
        <p:spPr>
          <a:xfrm>
            <a:off x="2662824" y="1636734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D37F40-EB9D-BC05-1667-0CA7B89082D4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7637EA-8735-B06B-73A5-3F12A2B5E4B6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EDE33C-C133-5825-75AC-C4EDCA721FC5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66D153-A960-367D-FBDF-2523235EC92F}"/>
              </a:ext>
            </a:extLst>
          </p:cNvPr>
          <p:cNvSpPr/>
          <p:nvPr/>
        </p:nvSpPr>
        <p:spPr>
          <a:xfrm>
            <a:off x="8555274" y="5956765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801965-C856-BCB2-B4C7-8EA437FED9BA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39626B-3102-257A-C5A3-FF185E6DFCAF}"/>
              </a:ext>
            </a:extLst>
          </p:cNvPr>
          <p:cNvSpPr/>
          <p:nvPr/>
        </p:nvSpPr>
        <p:spPr>
          <a:xfrm>
            <a:off x="250520" y="3362955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9118D0C-A06B-DB6B-C06E-62999D741205}"/>
              </a:ext>
            </a:extLst>
          </p:cNvPr>
          <p:cNvCxnSpPr>
            <a:cxnSpLocks/>
            <a:stCxn id="6" idx="1"/>
            <a:endCxn id="14" idx="3"/>
          </p:cNvCxnSpPr>
          <p:nvPr/>
        </p:nvCxnSpPr>
        <p:spPr>
          <a:xfrm flipH="1" flipV="1">
            <a:off x="1369510" y="4521896"/>
            <a:ext cx="3546956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D7C039-C6F9-87F6-3314-DA6B8516D0CB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810015" y="3529650"/>
            <a:ext cx="0" cy="908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B5950E3-DA1C-E615-2ADC-C821F5ED4820}"/>
              </a:ext>
            </a:extLst>
          </p:cNvPr>
          <p:cNvSpPr/>
          <p:nvPr/>
        </p:nvSpPr>
        <p:spPr>
          <a:xfrm>
            <a:off x="2125249" y="2357864"/>
            <a:ext cx="171397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FD6FF6-AD21-75CE-92FF-7EB5656E3D4C}"/>
              </a:ext>
            </a:extLst>
          </p:cNvPr>
          <p:cNvCxnSpPr>
            <a:cxnSpLocks/>
            <a:stCxn id="15" idx="0"/>
            <a:endCxn id="17" idx="2"/>
          </p:cNvCxnSpPr>
          <p:nvPr/>
        </p:nvCxnSpPr>
        <p:spPr>
          <a:xfrm flipV="1">
            <a:off x="810015" y="2537404"/>
            <a:ext cx="2172223" cy="825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6D9E17-816A-11E1-2F74-0488D20D97AE}"/>
              </a:ext>
            </a:extLst>
          </p:cNvPr>
          <p:cNvCxnSpPr>
            <a:cxnSpLocks/>
            <a:stCxn id="10" idx="1"/>
            <a:endCxn id="17" idx="3"/>
          </p:cNvCxnSpPr>
          <p:nvPr/>
        </p:nvCxnSpPr>
        <p:spPr>
          <a:xfrm flipH="1">
            <a:off x="3839227" y="1611682"/>
            <a:ext cx="1937359" cy="835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138837-9E87-2ABF-B35D-1712756DE6A1}"/>
              </a:ext>
            </a:extLst>
          </p:cNvPr>
          <p:cNvCxnSpPr>
            <a:cxnSpLocks/>
            <a:stCxn id="17" idx="0"/>
            <a:endCxn id="9" idx="2"/>
          </p:cNvCxnSpPr>
          <p:nvPr/>
        </p:nvCxnSpPr>
        <p:spPr>
          <a:xfrm flipV="1">
            <a:off x="2982238" y="1816274"/>
            <a:ext cx="0" cy="54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2734DB8-B474-E902-95DF-E525632F3321}"/>
              </a:ext>
            </a:extLst>
          </p:cNvPr>
          <p:cNvSpPr txBox="1"/>
          <p:nvPr/>
        </p:nvSpPr>
        <p:spPr>
          <a:xfrm>
            <a:off x="4397679" y="5246318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BDA54A-CE5C-19FF-E4D7-8A3467D5F02E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6648711" y="6040113"/>
            <a:ext cx="1906563" cy="10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558342F-227E-CA5C-1F6E-AF9B8B3F76E5}"/>
              </a:ext>
            </a:extLst>
          </p:cNvPr>
          <p:cNvSpPr txBox="1"/>
          <p:nvPr/>
        </p:nvSpPr>
        <p:spPr>
          <a:xfrm>
            <a:off x="6648711" y="583365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2D7B72-BE56-2417-0C62-9C4D257AC4CB}"/>
              </a:ext>
            </a:extLst>
          </p:cNvPr>
          <p:cNvSpPr txBox="1"/>
          <p:nvPr/>
        </p:nvSpPr>
        <p:spPr>
          <a:xfrm>
            <a:off x="763566" y="3944493"/>
            <a:ext cx="820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has component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73B9E0-74C1-208C-1377-08FA06F75AAE}"/>
              </a:ext>
            </a:extLst>
          </p:cNvPr>
          <p:cNvSpPr txBox="1"/>
          <p:nvPr/>
        </p:nvSpPr>
        <p:spPr>
          <a:xfrm>
            <a:off x="2949881" y="198393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subclass of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6AAAE5-0293-69C4-6A83-D7831DB34372}"/>
              </a:ext>
            </a:extLst>
          </p:cNvPr>
          <p:cNvSpPr txBox="1"/>
          <p:nvPr/>
        </p:nvSpPr>
        <p:spPr>
          <a:xfrm>
            <a:off x="4937865" y="1468277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DC8EFF5-E7CD-20CF-46E6-157FBCFD4E55}"/>
              </a:ext>
            </a:extLst>
          </p:cNvPr>
          <p:cNvCxnSpPr>
            <a:cxnSpLocks/>
            <a:stCxn id="8" idx="0"/>
            <a:endCxn id="17" idx="2"/>
          </p:cNvCxnSpPr>
          <p:nvPr/>
        </p:nvCxnSpPr>
        <p:spPr>
          <a:xfrm flipH="1" flipV="1">
            <a:off x="2982238" y="2537404"/>
            <a:ext cx="4306345" cy="2917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4917E4-8FED-D185-9A55-CB14D9597868}"/>
              </a:ext>
            </a:extLst>
          </p:cNvPr>
          <p:cNvSpPr txBox="1"/>
          <p:nvPr/>
        </p:nvSpPr>
        <p:spPr>
          <a:xfrm>
            <a:off x="7051371" y="5189209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676331-817E-CA69-AA82-BE68C96F48B2}"/>
              </a:ext>
            </a:extLst>
          </p:cNvPr>
          <p:cNvSpPr txBox="1"/>
          <p:nvPr/>
        </p:nvSpPr>
        <p:spPr>
          <a:xfrm>
            <a:off x="876824" y="289259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bearer of</a:t>
            </a:r>
          </a:p>
        </p:txBody>
      </p:sp>
    </p:spTree>
    <p:extLst>
      <p:ext uri="{BB962C8B-B14F-4D97-AF65-F5344CB8AC3E}">
        <p14:creationId xmlns:p14="http://schemas.microsoft.com/office/powerpoint/2010/main" val="505431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2849C5-5944-32C7-2409-1AFBC2E301DC}"/>
              </a:ext>
            </a:extLst>
          </p:cNvPr>
          <p:cNvSpPr/>
          <p:nvPr/>
        </p:nvSpPr>
        <p:spPr>
          <a:xfrm>
            <a:off x="495299" y="1143000"/>
            <a:ext cx="1087315" cy="20574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10815C-02C1-725C-2658-56EB61B8444B}"/>
              </a:ext>
            </a:extLst>
          </p:cNvPr>
          <p:cNvSpPr/>
          <p:nvPr/>
        </p:nvSpPr>
        <p:spPr>
          <a:xfrm>
            <a:off x="5298830" y="5647593"/>
            <a:ext cx="1594339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8EA130-A1EF-D951-2031-3BBBC30B3945}"/>
              </a:ext>
            </a:extLst>
          </p:cNvPr>
          <p:cNvSpPr/>
          <p:nvPr/>
        </p:nvSpPr>
        <p:spPr>
          <a:xfrm>
            <a:off x="5618285" y="1799493"/>
            <a:ext cx="1274884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Area Measurement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065789-621D-1C51-5699-AFDD64317E88}"/>
              </a:ext>
            </a:extLst>
          </p:cNvPr>
          <p:cNvSpPr/>
          <p:nvPr/>
        </p:nvSpPr>
        <p:spPr>
          <a:xfrm>
            <a:off x="307730" y="2347547"/>
            <a:ext cx="1274884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08641B-0308-0D14-12A3-C5B807C20A74}"/>
              </a:ext>
            </a:extLst>
          </p:cNvPr>
          <p:cNvSpPr/>
          <p:nvPr/>
        </p:nvSpPr>
        <p:spPr>
          <a:xfrm>
            <a:off x="2236174" y="1880048"/>
            <a:ext cx="1787772" cy="1905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Loss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9E84EC-21C9-FFF9-712B-154E983EB748}"/>
              </a:ext>
            </a:extLst>
          </p:cNvPr>
          <p:cNvSpPr/>
          <p:nvPr/>
        </p:nvSpPr>
        <p:spPr>
          <a:xfrm>
            <a:off x="2705098" y="1333503"/>
            <a:ext cx="624252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09104D-1556-EED0-D69C-5A6BFA51C5C9}"/>
              </a:ext>
            </a:extLst>
          </p:cNvPr>
          <p:cNvCxnSpPr>
            <a:cxnSpLocks/>
            <a:stCxn id="3" idx="1"/>
            <a:endCxn id="2" idx="2"/>
          </p:cNvCxnSpPr>
          <p:nvPr/>
        </p:nvCxnSpPr>
        <p:spPr>
          <a:xfrm flipH="1" flipV="1">
            <a:off x="1038957" y="1348740"/>
            <a:ext cx="4259873" cy="4394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2903B5-4102-368A-917B-39DA5211D15B}"/>
              </a:ext>
            </a:extLst>
          </p:cNvPr>
          <p:cNvSpPr txBox="1"/>
          <p:nvPr/>
        </p:nvSpPr>
        <p:spPr>
          <a:xfrm>
            <a:off x="4545622" y="5275345"/>
            <a:ext cx="91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designates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453800-6FAF-C62D-2580-3A421C2983D2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945172" y="1348740"/>
            <a:ext cx="93785" cy="998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5A3FCE0-52EB-940B-9062-23859CB75834}"/>
              </a:ext>
            </a:extLst>
          </p:cNvPr>
          <p:cNvSpPr txBox="1"/>
          <p:nvPr/>
        </p:nvSpPr>
        <p:spPr>
          <a:xfrm>
            <a:off x="307730" y="1880049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has component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D6EC1D-54BD-8D2C-242A-D57140E7D669}"/>
              </a:ext>
            </a:extLst>
          </p:cNvPr>
          <p:cNvSpPr txBox="1"/>
          <p:nvPr/>
        </p:nvSpPr>
        <p:spPr>
          <a:xfrm>
            <a:off x="2357804" y="1551049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Subclass of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3EEAE1-EFD1-A258-5741-A1F799CBEF5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1582614" y="1975298"/>
            <a:ext cx="653560" cy="467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72E757-D429-495E-07D6-7449CE275596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H="1" flipV="1">
            <a:off x="3017224" y="1524002"/>
            <a:ext cx="112836" cy="356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5CECFFF-402D-CCAC-B715-E8385EC16C96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>
            <a:off x="4023946" y="1894743"/>
            <a:ext cx="1594339" cy="80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0DFA18F-B2A9-59D9-9418-44EED696607C}"/>
              </a:ext>
            </a:extLst>
          </p:cNvPr>
          <p:cNvSpPr txBox="1"/>
          <p:nvPr/>
        </p:nvSpPr>
        <p:spPr>
          <a:xfrm>
            <a:off x="4314089" y="1689548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describes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CDE1AC-6F81-020F-EFE8-7E7DC286CB5A}"/>
              </a:ext>
            </a:extLst>
          </p:cNvPr>
          <p:cNvSpPr txBox="1"/>
          <p:nvPr/>
        </p:nvSpPr>
        <p:spPr>
          <a:xfrm>
            <a:off x="1901335" y="2070548"/>
            <a:ext cx="825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bearer of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C72373-4DFB-133F-39EB-1CF7D29CDE05}"/>
              </a:ext>
            </a:extLst>
          </p:cNvPr>
          <p:cNvSpPr txBox="1"/>
          <p:nvPr/>
        </p:nvSpPr>
        <p:spPr>
          <a:xfrm>
            <a:off x="1479303" y="-17584"/>
            <a:ext cx="4259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What part serial numbers were on the engine at a given time?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07B8AA-5733-BA24-5FB3-202C940C0AAC}"/>
              </a:ext>
            </a:extLst>
          </p:cNvPr>
          <p:cNvSpPr/>
          <p:nvPr/>
        </p:nvSpPr>
        <p:spPr>
          <a:xfrm>
            <a:off x="4106007" y="0"/>
            <a:ext cx="457199" cy="259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7DA23A-47AF-F9D7-19E6-43E42E3BD1C4}"/>
              </a:ext>
            </a:extLst>
          </p:cNvPr>
          <p:cNvCxnSpPr>
            <a:cxnSpLocks/>
            <a:stCxn id="36" idx="2"/>
            <a:endCxn id="2" idx="3"/>
          </p:cNvCxnSpPr>
          <p:nvPr/>
        </p:nvCxnSpPr>
        <p:spPr>
          <a:xfrm flipH="1">
            <a:off x="1582614" y="259415"/>
            <a:ext cx="2751993" cy="9864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803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8369</TotalTime>
  <Words>412</Words>
  <Application>Microsoft Office PowerPoint</Application>
  <PresentationFormat>Widescreen</PresentationFormat>
  <Paragraphs>172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Narrow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Poonam Sutar</dc:creator>
  <cp:lastModifiedBy>Shatad Purohit</cp:lastModifiedBy>
  <cp:revision>17</cp:revision>
  <dcterms:created xsi:type="dcterms:W3CDTF">2025-09-01T05:50:38Z</dcterms:created>
  <dcterms:modified xsi:type="dcterms:W3CDTF">2025-11-04T19:59:58Z</dcterms:modified>
</cp:coreProperties>
</file>